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slides/slide15.xml" ContentType="application/vnd.openxmlformats-officedocument.presentationml.slide+xml"/>
  <Override PartName="/ppt/presentation.xml" ContentType="application/vnd.openxmlformats-officedocument.presentationml.presentation.main+xml"/>
  <Override PartName="/ppt/slides/slide4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3.xml" ContentType="application/vnd.openxmlformats-officedocument.presentationml.slide+xml"/>
  <Override PartName="/ppt/slides/slide2.xml" ContentType="application/vnd.openxmlformats-officedocument.presentationml.slide+xml"/>
  <Override PartName="/ppt/slides/slide12.xml" ContentType="application/vnd.openxmlformats-officedocument.presentationml.slide+xml"/>
  <Override PartName="/ppt/slides/slide11.xml" ContentType="application/vnd.openxmlformats-officedocument.presentationml.slide+xml"/>
  <Override PartName="/ppt/slides/slide10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.xml" ContentType="application/vnd.openxmlformats-officedocument.presentationml.slide+xml"/>
  <Override PartName="/ppt/slides/slide5.xml" ContentType="application/vnd.openxmlformats-officedocument.presentationml.slide+xml"/>
  <Override PartName="/ppt/slideLayouts/slideLayout8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4.xml" ContentType="application/vnd.openxmlformats-officedocument.presentationml.slideMaster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3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Masters/notesMaster1.xml" ContentType="application/vnd.openxmlformats-officedocument.presentationml.notesMaster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2.xml" ContentType="application/vnd.openxmlformats-officedocument.theme+xml"/>
  <Override PartName="/ppt/theme/theme1.xml" ContentType="application/vnd.openxmlformats-officedocument.theme+xml"/>
  <Override PartName="/ppt/theme/theme3.xml" ContentType="application/vnd.openxmlformats-officedocument.theme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2" r:id="rId2"/>
    <p:sldMasterId id="2147483658" r:id="rId3"/>
    <p:sldMasterId id="2147483665" r:id="rId4"/>
  </p:sldMasterIdLst>
  <p:notesMasterIdLst>
    <p:notesMasterId r:id="rId20"/>
  </p:notesMasterIdLst>
  <p:sldIdLst>
    <p:sldId id="256" r:id="rId5"/>
    <p:sldId id="259" r:id="rId6"/>
    <p:sldId id="311" r:id="rId7"/>
    <p:sldId id="318" r:id="rId8"/>
    <p:sldId id="319" r:id="rId9"/>
    <p:sldId id="320" r:id="rId10"/>
    <p:sldId id="321" r:id="rId11"/>
    <p:sldId id="322" r:id="rId12"/>
    <p:sldId id="312" r:id="rId13"/>
    <p:sldId id="313" r:id="rId14"/>
    <p:sldId id="314" r:id="rId15"/>
    <p:sldId id="323" r:id="rId16"/>
    <p:sldId id="315" r:id="rId17"/>
    <p:sldId id="316" r:id="rId18"/>
    <p:sldId id="317" r:id="rId19"/>
  </p:sldIdLst>
  <p:sldSz cx="9144000" cy="5143500" type="screen16x9"/>
  <p:notesSz cx="6858000" cy="9144000"/>
  <p:defaultTextStyle>
    <a:defPPr>
      <a:defRPr lang="lt-LT"/>
    </a:defPPr>
    <a:lvl1pPr marL="0" algn="l" defTabSz="91440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2880">
          <p15:clr>
            <a:srgbClr val="A4A3A4"/>
          </p15:clr>
        </p15:guide>
        <p15:guide id="2" orient="horz" pos="162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730" y="86"/>
      </p:cViewPr>
      <p:guideLst>
        <p:guide pos="2880"/>
        <p:guide orient="horz" pos="162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customXml" Target="../customXml/item2.xml"/><Relationship Id="rId3" Type="http://schemas.openxmlformats.org/officeDocument/2006/relationships/slideMaster" Target="slideMasters/slideMaster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customXml" Target="../customXml/item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Relationship Id="rId27" Type="http://schemas.openxmlformats.org/officeDocument/2006/relationships/customXml" Target="../customXml/item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4" name="PlaceHolder 1"/>
          <p:cNvSpPr>
            <a:spLocks noGrp="1"/>
          </p:cNvSpPr>
          <p:nvPr>
            <p:ph type="body"/>
          </p:nvPr>
        </p:nvSpPr>
        <p:spPr bwMode="auto">
          <a:xfrm>
            <a:off x="777240" y="4777560"/>
            <a:ext cx="6217560" cy="452592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/>
            </a:pPr>
            <a:r>
              <a:rPr lang="lt-LT" sz="2000" b="0" strike="noStrike" spc="-1">
                <a:latin typeface="Arial"/>
              </a:rPr>
              <a:t>Click to edit the notes format</a:t>
            </a:r>
            <a:endParaRPr/>
          </a:p>
        </p:txBody>
      </p:sp>
      <p:sp>
        <p:nvSpPr>
          <p:cNvPr id="125" name="PlaceHolder 2"/>
          <p:cNvSpPr>
            <a:spLocks noGrp="1"/>
          </p:cNvSpPr>
          <p:nvPr>
            <p:ph type="hdr"/>
          </p:nvPr>
        </p:nvSpPr>
        <p:spPr bwMode="auto">
          <a:xfrm>
            <a:off x="1554480" y="5532120"/>
            <a:ext cx="6217560" cy="452592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/>
            </a:pPr>
            <a:r>
              <a:rPr lang="lt-LT" sz="1400" b="0" strike="noStrike" spc="-1">
                <a:latin typeface="Times New Roman"/>
              </a:rPr>
              <a:t> </a:t>
            </a:r>
            <a:endParaRPr/>
          </a:p>
        </p:txBody>
      </p:sp>
      <p:sp>
        <p:nvSpPr>
          <p:cNvPr id="126" name="PlaceHolder 3"/>
          <p:cNvSpPr>
            <a:spLocks noGrp="1"/>
          </p:cNvSpPr>
          <p:nvPr>
            <p:ph type="dt"/>
          </p:nvPr>
        </p:nvSpPr>
        <p:spPr bwMode="auto">
          <a:xfrm>
            <a:off x="0" y="9555480"/>
            <a:ext cx="3372840" cy="502560"/>
          </a:xfrm>
          <a:prstGeom prst="rect">
            <a:avLst/>
          </a:prstGeom>
        </p:spPr>
        <p:txBody>
          <a:bodyPr lIns="0" tIns="0" rIns="0" bIns="0"/>
          <a:lstStyle/>
          <a:p>
            <a:pPr algn="r">
              <a:defRPr/>
            </a:pPr>
            <a:r>
              <a:rPr lang="lt-LT" sz="1400" b="0" strike="noStrike" spc="-1">
                <a:latin typeface="Times New Roman"/>
              </a:rPr>
              <a:t> </a:t>
            </a:r>
            <a:endParaRPr/>
          </a:p>
        </p:txBody>
      </p:sp>
      <p:sp>
        <p:nvSpPr>
          <p:cNvPr id="127" name="PlaceHolder 4"/>
          <p:cNvSpPr>
            <a:spLocks noGrp="1"/>
          </p:cNvSpPr>
          <p:nvPr>
            <p:ph type="ftr"/>
          </p:nvPr>
        </p:nvSpPr>
        <p:spPr bwMode="auto">
          <a:xfrm>
            <a:off x="0" y="0"/>
            <a:ext cx="3372840" cy="502560"/>
          </a:xfrm>
          <a:prstGeom prst="rect">
            <a:avLst/>
          </a:prstGeom>
        </p:spPr>
        <p:txBody>
          <a:bodyPr lIns="0" tIns="0" rIns="0" bIns="0" anchor="b"/>
          <a:lstStyle/>
          <a:p>
            <a:pPr>
              <a:defRPr/>
            </a:pPr>
            <a:r>
              <a:rPr lang="lt-LT" sz="1400" b="0" strike="noStrike" spc="-1">
                <a:latin typeface="Times New Roman"/>
              </a:rPr>
              <a:t> </a:t>
            </a:r>
            <a:endParaRPr/>
          </a:p>
        </p:txBody>
      </p:sp>
      <p:sp>
        <p:nvSpPr>
          <p:cNvPr id="128" name="PlaceHolder 5"/>
          <p:cNvSpPr>
            <a:spLocks noGrp="1"/>
          </p:cNvSpPr>
          <p:nvPr>
            <p:ph type="sldNum"/>
          </p:nvPr>
        </p:nvSpPr>
        <p:spPr bwMode="auto">
          <a:xfrm>
            <a:off x="4399200" y="0"/>
            <a:ext cx="3372840" cy="502560"/>
          </a:xfrm>
          <a:prstGeom prst="rect">
            <a:avLst/>
          </a:prstGeom>
        </p:spPr>
        <p:txBody>
          <a:bodyPr lIns="0" tIns="0" rIns="0" bIns="0" anchor="b"/>
          <a:lstStyle/>
          <a:p>
            <a:pPr algn="r">
              <a:defRPr/>
            </a:pPr>
            <a:fld id="{F70F7513-4301-4F41-B054-83B92956906E}" type="slidenum">
              <a:rPr lang="lt-LT" sz="1400" b="0" strike="noStrike" spc="-1">
                <a:latin typeface="Times New Roman"/>
              </a:rPr>
              <a:t>‹#›</a:t>
            </a:fld>
            <a:endParaRPr lang="lt-LT" sz="1400" b="0" strike="noStrike" spc="-1"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D83F6FD-BFE5-98A8-4062-DC3AF045003D}" type="slidenum">
              <a:rPr/>
              <a:t>1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Title Sli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 txBox="1"/>
          <p:nvPr/>
        </p:nvSpPr>
        <p:spPr bwMode="auto">
          <a:xfrm rot="-10800000" flipV="1">
            <a:off x="397805" y="2281604"/>
            <a:ext cx="5081544" cy="2177192"/>
          </a:xfrm>
          <a:prstGeom prst="rect">
            <a:avLst/>
          </a:prstGeom>
        </p:spPr>
        <p:txBody>
          <a:bodyPr vert="horz" lIns="68580" tIns="34290" rIns="68580" bIns="34290" rtlCol="0" anchor="b" anchorCtr="0">
            <a:normAutofit/>
          </a:bodyPr>
          <a:lstStyle>
            <a:lvl1pPr algn="ctr" defTabSz="914400">
              <a:lnSpc>
                <a:spcPct val="90000"/>
              </a:lnSpc>
              <a:spcBef>
                <a:spcPts val="0"/>
              </a:spcBef>
              <a:buNone/>
              <a:defRPr sz="6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defRPr/>
            </a:pPr>
            <a:r>
              <a:rPr lang="lt-LT" sz="3300" b="1">
                <a:solidFill>
                  <a:schemeClr val="bg1"/>
                </a:solidFill>
                <a:latin typeface="Eina01-Regular"/>
              </a:rPr>
              <a:t>VILNIAUS TECHNOLOGIJŲ</a:t>
            </a:r>
            <a:br>
              <a:rPr lang="lt-LT" sz="3300" b="1">
                <a:solidFill>
                  <a:schemeClr val="bg1"/>
                </a:solidFill>
                <a:latin typeface="Eina01-Regular"/>
              </a:rPr>
            </a:br>
            <a:r>
              <a:rPr lang="lt-LT" sz="3300" b="1">
                <a:solidFill>
                  <a:schemeClr val="bg1"/>
                </a:solidFill>
                <a:latin typeface="Eina01-Regular"/>
              </a:rPr>
              <a:t>IR INŽINERIJOS</a:t>
            </a:r>
            <a:br>
              <a:rPr lang="lt-LT" sz="3300" b="1">
                <a:solidFill>
                  <a:schemeClr val="bg1"/>
                </a:solidFill>
                <a:latin typeface="Eina01-Regular"/>
              </a:rPr>
            </a:br>
            <a:r>
              <a:rPr lang="lt-LT" sz="3300" b="1">
                <a:solidFill>
                  <a:schemeClr val="bg1"/>
                </a:solidFill>
                <a:latin typeface="Eina01-Regular"/>
              </a:rPr>
              <a:t>MOKYMO CENTRAS</a:t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 bwMode="auto">
          <a:xfrm>
            <a:off x="628650" y="2625262"/>
            <a:ext cx="7886700" cy="994172"/>
          </a:xfrm>
          <a:prstGeom prst="rect">
            <a:avLst/>
          </a:prstGeom>
        </p:spPr>
        <p:txBody>
          <a:bodyPr/>
          <a:lstStyle>
            <a:lvl1pPr>
              <a:defRPr b="1">
                <a:solidFill>
                  <a:schemeClr val="bg1"/>
                </a:solidFill>
                <a:latin typeface="Eina01-Regular"/>
              </a:defRPr>
            </a:lvl1pPr>
          </a:lstStyle>
          <a:p>
            <a:pPr>
              <a:defRPr/>
            </a:pPr>
            <a:r>
              <a:rPr lang="lt-LT"/>
              <a:t>CLICK </a:t>
            </a:r>
            <a:r>
              <a:rPr lang="en-US"/>
              <a:t>TO EDIT MASTER TITLE STYLE</a:t>
            </a:r>
            <a:endParaRPr lang="lt-LT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C764DE79-268F-4C1A-8933-263129D2AF90}" type="datetimeFigureOut">
              <a:rPr lang="en-US"/>
              <a:t>3/16/2026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8F63A3B-78C7-47BE-AE5E-E10140E04643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" name="Text Placeholder 2"/>
          <p:cNvSpPr>
            <a:spLocks noGrp="1"/>
          </p:cNvSpPr>
          <p:nvPr>
            <p:ph idx="1"/>
          </p:nvPr>
        </p:nvSpPr>
        <p:spPr bwMode="auto">
          <a:xfrm>
            <a:off x="473108" y="146819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14313" indent="-214313">
              <a:buClr>
                <a:schemeClr val="tx1"/>
              </a:buClr>
              <a:buSzPct val="80000"/>
              <a:buFont typeface="Wingdings 2"/>
              <a:buChar char="£"/>
              <a:defRPr sz="1500" b="1">
                <a:latin typeface="Eina01-Regular"/>
              </a:defRPr>
            </a:lvl1pPr>
            <a:lvl2pPr marL="557213" indent="-214313">
              <a:buClr>
                <a:schemeClr val="tx1"/>
              </a:buClr>
              <a:buSzPct val="80000"/>
              <a:buFont typeface="Wingdings 2"/>
              <a:buChar char="£"/>
              <a:defRPr sz="1500" b="1">
                <a:latin typeface="Eina01-Regular"/>
              </a:defRPr>
            </a:lvl2pPr>
            <a:lvl3pPr marL="900113" indent="-214313">
              <a:buClr>
                <a:schemeClr val="tx1"/>
              </a:buClr>
              <a:buSzPct val="80000"/>
              <a:buFont typeface="Wingdings 2"/>
              <a:buChar char="£"/>
              <a:defRPr sz="1500" b="1">
                <a:latin typeface="Eina01-Regular"/>
              </a:defRPr>
            </a:lvl3pPr>
            <a:lvl4pPr marL="1243013" indent="-214313">
              <a:buClr>
                <a:schemeClr val="tx1"/>
              </a:buClr>
              <a:buSzPct val="80000"/>
              <a:buFont typeface="Wingdings 2"/>
              <a:buChar char="£"/>
              <a:defRPr sz="1500" b="1">
                <a:latin typeface="Eina01-Regular"/>
              </a:defRPr>
            </a:lvl4pPr>
            <a:lvl5pPr marL="1585913" indent="-214313">
              <a:buClr>
                <a:schemeClr val="tx1"/>
              </a:buClr>
              <a:buSzPct val="80000"/>
              <a:buFont typeface="Wingdings 2"/>
              <a:buChar char="£"/>
              <a:defRPr sz="1500" b="1">
                <a:latin typeface="Eina01-Regular"/>
              </a:defRPr>
            </a:lvl5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lt-LT"/>
          </a:p>
        </p:txBody>
      </p:sp>
      <p:sp>
        <p:nvSpPr>
          <p:cNvPr id="9" name="Title Placeholder 1"/>
          <p:cNvSpPr>
            <a:spLocks noGrp="1"/>
          </p:cNvSpPr>
          <p:nvPr>
            <p:ph type="title"/>
          </p:nvPr>
        </p:nvSpPr>
        <p:spPr bwMode="auto"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en-US"/>
              <a:t>Click to edit Master title style</a:t>
            </a:r>
            <a:endParaRPr lang="lt-LT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lt-LT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628650" y="1369218"/>
            <a:ext cx="3886200" cy="3263504"/>
          </a:xfrm>
          <a:prstGeom prst="rect">
            <a:avLst/>
          </a:prstGeom>
        </p:spPr>
        <p:txBody>
          <a:bodyPr/>
          <a:lstStyle>
            <a:lvl1pPr>
              <a:defRPr sz="1500"/>
            </a:lvl1pPr>
            <a:lvl2pPr>
              <a:defRPr sz="1350"/>
            </a:lvl2pPr>
            <a:lvl3pPr>
              <a:defRPr sz="1200"/>
            </a:lvl3pPr>
            <a:lvl4pPr>
              <a:defRPr sz="1050"/>
            </a:lvl4pPr>
            <a:lvl5pPr>
              <a:defRPr sz="900"/>
            </a:lvl5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lt-LT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4629150" y="1369218"/>
            <a:ext cx="3886200" cy="3263504"/>
          </a:xfrm>
          <a:prstGeom prst="rect">
            <a:avLst/>
          </a:prstGeom>
        </p:spPr>
        <p:txBody>
          <a:bodyPr/>
          <a:lstStyle>
            <a:lvl1pPr>
              <a:defRPr sz="1500"/>
            </a:lvl1pPr>
            <a:lvl2pPr>
              <a:defRPr sz="1350"/>
            </a:lvl2pPr>
            <a:lvl3pPr>
              <a:defRPr sz="1200"/>
            </a:lvl3pPr>
            <a:lvl4pPr>
              <a:defRPr sz="1050"/>
            </a:lvl4pPr>
            <a:lvl5pPr>
              <a:defRPr sz="900"/>
            </a:lvl5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lt-LT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woTxTwoObj" preserve="1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 bwMode="auto">
          <a:xfrm>
            <a:off x="629841" y="273844"/>
            <a:ext cx="7886700" cy="994172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lt-LT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29842" y="1260872"/>
            <a:ext cx="3868340" cy="617934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29842" y="1878806"/>
            <a:ext cx="3868340" cy="2763441"/>
          </a:xfrm>
          <a:prstGeom prst="rect">
            <a:avLst/>
          </a:prstGeom>
        </p:spPr>
        <p:txBody>
          <a:bodyPr/>
          <a:lstStyle>
            <a:lvl1pPr>
              <a:defRPr sz="1500"/>
            </a:lvl1pPr>
            <a:lvl2pPr>
              <a:defRPr sz="1350"/>
            </a:lvl2pPr>
            <a:lvl3pPr>
              <a:defRPr sz="1200"/>
            </a:lvl3pPr>
            <a:lvl4pPr>
              <a:defRPr sz="1050"/>
            </a:lvl4pPr>
            <a:lvl5pPr>
              <a:defRPr sz="900"/>
            </a:lvl5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lt-LT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4629150" y="1260872"/>
            <a:ext cx="3887391" cy="617934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4629150" y="1878806"/>
            <a:ext cx="3887391" cy="2763441"/>
          </a:xfrm>
          <a:prstGeom prst="rect">
            <a:avLst/>
          </a:prstGeom>
        </p:spPr>
        <p:txBody>
          <a:bodyPr/>
          <a:lstStyle>
            <a:lvl1pPr>
              <a:defRPr sz="1500"/>
            </a:lvl1pPr>
            <a:lvl2pPr>
              <a:defRPr sz="1350"/>
            </a:lvl2pPr>
            <a:lvl3pPr>
              <a:defRPr sz="1200"/>
            </a:lvl3pPr>
            <a:lvl4pPr>
              <a:defRPr sz="1050"/>
            </a:lvl4pPr>
            <a:lvl5pPr>
              <a:defRPr sz="900"/>
            </a:lvl5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lt-LT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Tx" preserve="1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 bwMode="auto">
          <a:xfrm>
            <a:off x="629841" y="342900"/>
            <a:ext cx="2949178" cy="1200150"/>
          </a:xfrm>
        </p:spPr>
        <p:txBody>
          <a:bodyPr anchor="b">
            <a:normAutofit/>
          </a:bodyPr>
          <a:lstStyle>
            <a:lvl1pPr>
              <a:defRPr sz="265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lt-LT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 bwMode="auto">
          <a:xfrm>
            <a:off x="3887391" y="740569"/>
            <a:ext cx="4629150" cy="3655219"/>
          </a:xfrm>
          <a:prstGeom prst="rect">
            <a:avLst/>
          </a:prstGeom>
        </p:spPr>
        <p:txBody>
          <a:bodyPr/>
          <a:lstStyle>
            <a:lvl1pPr>
              <a:defRPr sz="1500"/>
            </a:lvl1pPr>
            <a:lvl2pPr>
              <a:defRPr sz="1350"/>
            </a:lvl2pPr>
            <a:lvl3pPr>
              <a:defRPr sz="1200"/>
            </a:lvl3pPr>
            <a:lvl4pPr>
              <a:defRPr sz="1050"/>
            </a:lvl4pPr>
            <a:lvl5pPr>
              <a:defRPr sz="9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lt-LT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629841" y="1543050"/>
            <a:ext cx="2949178" cy="285869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picTx" preserve="1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 bwMode="auto">
          <a:xfrm>
            <a:off x="629841" y="342900"/>
            <a:ext cx="2949178" cy="1200150"/>
          </a:xfrm>
        </p:spPr>
        <p:txBody>
          <a:bodyPr anchor="b">
            <a:normAutofit/>
          </a:bodyPr>
          <a:lstStyle>
            <a:lvl1pPr>
              <a:defRPr sz="265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lt-LT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 bwMode="auto">
          <a:xfrm>
            <a:off x="3887391" y="740569"/>
            <a:ext cx="4629150" cy="365521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>
              <a:defRPr/>
            </a:pPr>
            <a:r>
              <a:rPr lang="en-US"/>
              <a:t>Click icon to add picture</a:t>
            </a:r>
            <a:endParaRPr lang="lt-LT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629841" y="1543050"/>
            <a:ext cx="2949178" cy="285869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" preserve="1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lt-LT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lt-LT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woObj" preserve="1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lt-LT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628650" y="1369218"/>
            <a:ext cx="3886200" cy="3263504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lt-LT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4629150" y="1369218"/>
            <a:ext cx="3886200" cy="3263504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lt-LT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woTxTwoObj" preserve="1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 bwMode="auto">
          <a:xfrm>
            <a:off x="629841" y="273844"/>
            <a:ext cx="7886700" cy="994172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lt-LT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29842" y="1878806"/>
            <a:ext cx="3868340" cy="2763441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lt-LT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4629150" y="1878806"/>
            <a:ext cx="3887391" cy="2763441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lt-LT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Tx" preserve="1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 bwMode="auto">
          <a:xfrm>
            <a:off x="629841" y="342900"/>
            <a:ext cx="2949178" cy="1200150"/>
          </a:xfrm>
        </p:spPr>
        <p:txBody>
          <a:bodyPr anchor="b">
            <a:normAutofit/>
          </a:bodyPr>
          <a:lstStyle>
            <a:lvl1pPr>
              <a:defRPr sz="265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lt-LT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 bwMode="auto">
          <a:xfrm>
            <a:off x="3887391" y="740569"/>
            <a:ext cx="4629150" cy="3655219"/>
          </a:xfrm>
        </p:spPr>
        <p:txBody>
          <a:bodyPr/>
          <a:lstStyle>
            <a:lvl1pPr>
              <a:defRPr sz="1500"/>
            </a:lvl1pPr>
            <a:lvl2pPr>
              <a:defRPr sz="1350"/>
            </a:lvl2pPr>
            <a:lvl3pPr>
              <a:defRPr sz="1200"/>
            </a:lvl3pPr>
            <a:lvl4pPr>
              <a:defRPr sz="1050"/>
            </a:lvl4pPr>
            <a:lvl5pPr>
              <a:defRPr sz="9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lt-LT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629841" y="1543050"/>
            <a:ext cx="2949178" cy="2858691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picTx" preserve="1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 bwMode="auto">
          <a:xfrm>
            <a:off x="629841" y="342900"/>
            <a:ext cx="2949178" cy="1200150"/>
          </a:xfrm>
        </p:spPr>
        <p:txBody>
          <a:bodyPr anchor="b">
            <a:normAutofit/>
          </a:bodyPr>
          <a:lstStyle>
            <a:lvl1pPr>
              <a:defRPr sz="265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lt-LT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 bwMode="auto">
          <a:xfrm>
            <a:off x="3887391" y="740569"/>
            <a:ext cx="4629150" cy="3655219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>
              <a:defRPr/>
            </a:pPr>
            <a:r>
              <a:rPr lang="en-US"/>
              <a:t>Click icon to add picture</a:t>
            </a:r>
            <a:endParaRPr lang="lt-LT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629841" y="1543050"/>
            <a:ext cx="2949178" cy="2858691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Title Slide">
    <p:bg>
      <p:bgPr>
        <a:solidFill>
          <a:srgbClr val="2BD47A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media2.sv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media1.svg"/><Relationship Id="rId5" Type="http://schemas.openxmlformats.org/officeDocument/2006/relationships/image" Target="../media/image1.png"/><Relationship Id="rId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image" Target="../media/media3.svg"/><Relationship Id="rId3" Type="http://schemas.openxmlformats.org/officeDocument/2006/relationships/slideLayout" Target="../slideLayouts/slideLayout6.xml"/><Relationship Id="rId7" Type="http://schemas.openxmlformats.org/officeDocument/2006/relationships/image" Target="../media/image3.png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8.xml"/><Relationship Id="rId10" Type="http://schemas.openxmlformats.org/officeDocument/2006/relationships/image" Target="../media/media4.svg"/><Relationship Id="rId4" Type="http://schemas.openxmlformats.org/officeDocument/2006/relationships/slideLayout" Target="../slideLayouts/slideLayout7.xml"/><Relationship Id="rId9" Type="http://schemas.openxmlformats.org/officeDocument/2006/relationships/image" Target="../media/image4.pn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slideLayout" Target="../slideLayouts/slideLayout11.xml"/><Relationship Id="rId7" Type="http://schemas.openxmlformats.org/officeDocument/2006/relationships/image" Target="../media/image3.png"/><Relationship Id="rId2" Type="http://schemas.openxmlformats.org/officeDocument/2006/relationships/slideLayout" Target="../slideLayouts/slideLayout10.xml"/><Relationship Id="rId1" Type="http://schemas.openxmlformats.org/officeDocument/2006/relationships/slideLayout" Target="../slideLayouts/slideLayout9.xml"/><Relationship Id="rId6" Type="http://schemas.openxmlformats.org/officeDocument/2006/relationships/theme" Target="../theme/theme3.xml"/><Relationship Id="rId5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2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media5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114954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" name="Graphic 6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xmlns:w="http://schemas.openxmlformats.org/wordprocessingml/2006/main" xmlns:m="http://schemas.openxmlformats.org/officeDocument/2006/math" xmlns="" r:embed="rId6"/>
              </a:ext>
            </a:extLst>
          </a:blip>
          <a:stretch/>
        </p:blipFill>
        <p:spPr bwMode="auto">
          <a:xfrm>
            <a:off x="4161384" y="1"/>
            <a:ext cx="4982616" cy="2500709"/>
          </a:xfrm>
          <a:prstGeom prst="rect">
            <a:avLst/>
          </a:prstGeom>
        </p:spPr>
      </p:pic>
      <p:pic>
        <p:nvPicPr>
          <p:cNvPr id="10" name="Graphic 9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xmlns:w="http://schemas.openxmlformats.org/wordprocessingml/2006/main" xmlns:m="http://schemas.openxmlformats.org/officeDocument/2006/math" xmlns="" r:embed="rId8"/>
              </a:ext>
            </a:extLst>
          </a:blip>
          <a:stretch/>
        </p:blipFill>
        <p:spPr bwMode="auto">
          <a:xfrm>
            <a:off x="1145243" y="683050"/>
            <a:ext cx="2817929" cy="426728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txStyles>
    <p:titleStyle>
      <a:lvl1pPr algn="l" defTabSz="685800">
        <a:lnSpc>
          <a:spcPct val="90000"/>
        </a:lnSpc>
        <a:spcBef>
          <a:spcPts val="0"/>
        </a:spcBef>
        <a:buNone/>
        <a:defRPr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>
        <a:lnSpc>
          <a:spcPct val="90000"/>
        </a:lnSpc>
        <a:spcBef>
          <a:spcPts val="750"/>
        </a:spcBef>
        <a:buFont typeface="Arial"/>
        <a:buChar char="•"/>
        <a:defRPr sz="21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>
        <a:lnSpc>
          <a:spcPct val="90000"/>
        </a:lnSpc>
        <a:spcBef>
          <a:spcPts val="375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>
        <a:lnSpc>
          <a:spcPct val="90000"/>
        </a:lnSpc>
        <a:spcBef>
          <a:spcPts val="375"/>
        </a:spcBef>
        <a:buFont typeface="Arial"/>
        <a:buChar char="•"/>
        <a:defRPr sz="15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>
        <a:lnSpc>
          <a:spcPct val="90000"/>
        </a:lnSpc>
        <a:spcBef>
          <a:spcPts val="375"/>
        </a:spcBef>
        <a:buFont typeface="Arial"/>
        <a:buChar char="•"/>
        <a:defRPr sz="135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>
        <a:lnSpc>
          <a:spcPct val="90000"/>
        </a:lnSpc>
        <a:spcBef>
          <a:spcPts val="375"/>
        </a:spcBef>
        <a:buFont typeface="Arial"/>
        <a:buChar char="•"/>
        <a:defRPr sz="135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>
        <a:lnSpc>
          <a:spcPct val="90000"/>
        </a:lnSpc>
        <a:spcBef>
          <a:spcPts val="375"/>
        </a:spcBef>
        <a:buFont typeface="Arial"/>
        <a:buChar char="•"/>
        <a:defRPr sz="135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>
        <a:lnSpc>
          <a:spcPct val="90000"/>
        </a:lnSpc>
        <a:spcBef>
          <a:spcPts val="375"/>
        </a:spcBef>
        <a:buFont typeface="Arial"/>
        <a:buChar char="•"/>
        <a:defRPr sz="135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>
        <a:lnSpc>
          <a:spcPct val="90000"/>
        </a:lnSpc>
        <a:spcBef>
          <a:spcPts val="375"/>
        </a:spcBef>
        <a:buFont typeface="Arial"/>
        <a:buChar char="•"/>
        <a:defRPr sz="135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>
        <a:lnSpc>
          <a:spcPct val="90000"/>
        </a:lnSpc>
        <a:spcBef>
          <a:spcPts val="375"/>
        </a:spcBef>
        <a:buFont typeface="Arial"/>
        <a:buChar char="•"/>
        <a:defRPr sz="135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lt-LT"/>
      </a:defPPr>
      <a:lvl1pPr marL="0" algn="l" defTabSz="685800">
        <a:defRPr sz="135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>
        <a:defRPr sz="135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>
        <a:defRPr sz="135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>
        <a:defRPr sz="135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>
        <a:defRPr sz="135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>
        <a:defRPr sz="135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>
        <a:defRPr sz="135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>
        <a:defRPr sz="135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>
        <a:defRPr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2BD47A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auto"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en-US"/>
              <a:t>Click to edit Master title style</a:t>
            </a:r>
            <a:endParaRPr lang="lt-LT"/>
          </a:p>
        </p:txBody>
      </p:sp>
      <p:pic>
        <p:nvPicPr>
          <p:cNvPr id="7" name="Graphic 6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xmlns:w="http://schemas.openxmlformats.org/wordprocessingml/2006/main" xmlns:m="http://schemas.openxmlformats.org/officeDocument/2006/math" xmlns="" r:embed="rId8"/>
              </a:ext>
            </a:extLst>
          </a:blip>
          <a:stretch/>
        </p:blipFill>
        <p:spPr bwMode="auto">
          <a:xfrm>
            <a:off x="8349529" y="1"/>
            <a:ext cx="794471" cy="3195941"/>
          </a:xfrm>
          <a:prstGeom prst="rect">
            <a:avLst/>
          </a:prstGeom>
        </p:spPr>
      </p:pic>
      <p:pic>
        <p:nvPicPr>
          <p:cNvPr id="8" name="Graphic 7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xmlns:w="http://schemas.openxmlformats.org/wordprocessingml/2006/main" xmlns:m="http://schemas.openxmlformats.org/officeDocument/2006/math" xmlns="" r:embed="rId10"/>
              </a:ext>
            </a:extLst>
          </a:blip>
          <a:stretch/>
        </p:blipFill>
        <p:spPr bwMode="auto">
          <a:xfrm>
            <a:off x="8349529" y="4548610"/>
            <a:ext cx="562788" cy="333689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  <p:sldLayoutId id="2147483654" r:id="rId2"/>
    <p:sldLayoutId id="2147483655" r:id="rId3"/>
    <p:sldLayoutId id="2147483656" r:id="rId4"/>
    <p:sldLayoutId id="2147483657" r:id="rId5"/>
  </p:sldLayoutIdLst>
  <p:txStyles>
    <p:titleStyle>
      <a:lvl1pPr algn="l" defTabSz="685800">
        <a:lnSpc>
          <a:spcPct val="90000"/>
        </a:lnSpc>
        <a:spcBef>
          <a:spcPts val="0"/>
        </a:spcBef>
        <a:buNone/>
        <a:defRPr sz="2650" b="1">
          <a:solidFill>
            <a:schemeClr val="tx1"/>
          </a:solidFill>
          <a:latin typeface="Eina01-Regular"/>
          <a:ea typeface="+mj-ea"/>
          <a:cs typeface="+mj-cs"/>
        </a:defRPr>
      </a:lvl1pPr>
    </p:titleStyle>
    <p:bodyStyle>
      <a:lvl1pPr marL="171450" indent="-270000" algn="l" defTabSz="685800">
        <a:lnSpc>
          <a:spcPct val="90000"/>
        </a:lnSpc>
        <a:spcBef>
          <a:spcPts val="750"/>
        </a:spcBef>
        <a:buSzPct val="80000"/>
        <a:buFont typeface="Wingdings 2"/>
        <a:buChar char=""/>
        <a:defRPr sz="2100" b="1">
          <a:solidFill>
            <a:schemeClr val="tx1"/>
          </a:solidFill>
          <a:latin typeface="Eina01-Regular"/>
          <a:ea typeface="+mn-ea"/>
          <a:cs typeface="+mn-cs"/>
        </a:defRPr>
      </a:lvl1pPr>
      <a:lvl2pPr marL="514350" indent="-270000" algn="l" defTabSz="685800">
        <a:lnSpc>
          <a:spcPct val="90000"/>
        </a:lnSpc>
        <a:spcBef>
          <a:spcPts val="375"/>
        </a:spcBef>
        <a:buSzPct val="80000"/>
        <a:buFont typeface="Wingdings 2"/>
        <a:buChar char=""/>
        <a:defRPr sz="1800" b="1">
          <a:solidFill>
            <a:schemeClr val="tx1"/>
          </a:solidFill>
          <a:latin typeface="Eina01-Regular"/>
          <a:ea typeface="+mn-ea"/>
          <a:cs typeface="+mn-cs"/>
        </a:defRPr>
      </a:lvl2pPr>
      <a:lvl3pPr marL="857250" indent="-270000" algn="l" defTabSz="685800">
        <a:lnSpc>
          <a:spcPct val="90000"/>
        </a:lnSpc>
        <a:spcBef>
          <a:spcPts val="375"/>
        </a:spcBef>
        <a:buSzPct val="80000"/>
        <a:buFont typeface="Wingdings 2"/>
        <a:buChar char=""/>
        <a:defRPr sz="1500" b="1">
          <a:solidFill>
            <a:schemeClr val="tx1"/>
          </a:solidFill>
          <a:latin typeface="Eina01-Regular"/>
          <a:ea typeface="+mn-ea"/>
          <a:cs typeface="+mn-cs"/>
        </a:defRPr>
      </a:lvl3pPr>
      <a:lvl4pPr marL="1200150" indent="-270000" algn="l" defTabSz="685800">
        <a:lnSpc>
          <a:spcPct val="90000"/>
        </a:lnSpc>
        <a:spcBef>
          <a:spcPts val="375"/>
        </a:spcBef>
        <a:buSzPct val="80000"/>
        <a:buFont typeface="Wingdings 2"/>
        <a:buChar char=""/>
        <a:defRPr sz="1350" b="1">
          <a:solidFill>
            <a:schemeClr val="tx1"/>
          </a:solidFill>
          <a:latin typeface="Eina01-Regular"/>
          <a:ea typeface="+mn-ea"/>
          <a:cs typeface="+mn-cs"/>
        </a:defRPr>
      </a:lvl4pPr>
      <a:lvl5pPr marL="1543050" indent="-270000" algn="l" defTabSz="685800">
        <a:lnSpc>
          <a:spcPct val="90000"/>
        </a:lnSpc>
        <a:spcBef>
          <a:spcPts val="375"/>
        </a:spcBef>
        <a:buSzPct val="80000"/>
        <a:buFont typeface="Wingdings 2"/>
        <a:buChar char=""/>
        <a:defRPr sz="1350" b="1">
          <a:solidFill>
            <a:schemeClr val="tx1"/>
          </a:solidFill>
          <a:latin typeface="Eina01-Regular"/>
          <a:ea typeface="+mn-ea"/>
          <a:cs typeface="+mn-cs"/>
        </a:defRPr>
      </a:lvl5pPr>
      <a:lvl6pPr marL="1885950" indent="-171450" algn="l" defTabSz="685800">
        <a:lnSpc>
          <a:spcPct val="90000"/>
        </a:lnSpc>
        <a:spcBef>
          <a:spcPts val="375"/>
        </a:spcBef>
        <a:buFont typeface="Arial"/>
        <a:buChar char="•"/>
        <a:defRPr sz="135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>
        <a:lnSpc>
          <a:spcPct val="90000"/>
        </a:lnSpc>
        <a:spcBef>
          <a:spcPts val="375"/>
        </a:spcBef>
        <a:buFont typeface="Arial"/>
        <a:buChar char="•"/>
        <a:defRPr sz="135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>
        <a:lnSpc>
          <a:spcPct val="90000"/>
        </a:lnSpc>
        <a:spcBef>
          <a:spcPts val="375"/>
        </a:spcBef>
        <a:buFont typeface="Arial"/>
        <a:buChar char="•"/>
        <a:defRPr sz="135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>
        <a:lnSpc>
          <a:spcPct val="90000"/>
        </a:lnSpc>
        <a:spcBef>
          <a:spcPts val="375"/>
        </a:spcBef>
        <a:buFont typeface="Arial"/>
        <a:buChar char="•"/>
        <a:defRPr sz="135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lt-LT"/>
      </a:defPPr>
      <a:lvl1pPr marL="0" algn="l" defTabSz="685800">
        <a:defRPr sz="135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>
        <a:defRPr sz="135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>
        <a:defRPr sz="135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>
        <a:defRPr sz="135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>
        <a:defRPr sz="135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>
        <a:defRPr sz="135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>
        <a:defRPr sz="135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>
        <a:defRPr sz="135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>
        <a:defRPr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auto"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en-US"/>
              <a:t>Click to edit Master title style</a:t>
            </a:r>
            <a:endParaRPr lang="lt-LT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28650" y="1369218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lt-LT"/>
          </a:p>
        </p:txBody>
      </p:sp>
      <p:pic>
        <p:nvPicPr>
          <p:cNvPr id="7" name="Graphic 6"/>
          <p:cNvPicPr>
            <a:picLocks noChangeAspect="1"/>
          </p:cNvPicPr>
          <p:nvPr/>
        </p:nvPicPr>
        <p:blipFill>
          <a:blip r:embed="rId7"/>
          <a:stretch/>
        </p:blipFill>
        <p:spPr bwMode="auto">
          <a:xfrm>
            <a:off x="8349529" y="1"/>
            <a:ext cx="794471" cy="3195941"/>
          </a:xfrm>
          <a:prstGeom prst="rect">
            <a:avLst/>
          </a:prstGeom>
        </p:spPr>
      </p:pic>
      <p:pic>
        <p:nvPicPr>
          <p:cNvPr id="8" name="Graphic 7"/>
          <p:cNvPicPr>
            <a:picLocks noChangeAspect="1"/>
          </p:cNvPicPr>
          <p:nvPr/>
        </p:nvPicPr>
        <p:blipFill>
          <a:blip r:embed="rId8"/>
          <a:stretch/>
        </p:blipFill>
        <p:spPr bwMode="auto">
          <a:xfrm>
            <a:off x="8349529" y="4548610"/>
            <a:ext cx="562788" cy="333689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</p:sldLayoutIdLst>
  <p:txStyles>
    <p:titleStyle>
      <a:lvl1pPr algn="l" defTabSz="685800">
        <a:lnSpc>
          <a:spcPct val="90000"/>
        </a:lnSpc>
        <a:spcBef>
          <a:spcPts val="0"/>
        </a:spcBef>
        <a:buNone/>
        <a:defRPr sz="2650" b="1">
          <a:solidFill>
            <a:srgbClr val="114954"/>
          </a:solidFill>
          <a:latin typeface="Eina01-Regular"/>
          <a:ea typeface="+mj-ea"/>
          <a:cs typeface="+mj-cs"/>
        </a:defRPr>
      </a:lvl1pPr>
    </p:titleStyle>
    <p:bodyStyle>
      <a:lvl1pPr marL="300038" indent="-214313" algn="l" defTabSz="685800">
        <a:lnSpc>
          <a:spcPct val="90000"/>
        </a:lnSpc>
        <a:spcBef>
          <a:spcPts val="750"/>
        </a:spcBef>
        <a:buClr>
          <a:schemeClr val="tx1"/>
        </a:buClr>
        <a:buSzPct val="80000"/>
        <a:buFont typeface="Wingdings 2"/>
        <a:buChar char="£"/>
        <a:defRPr lang="en-US" sz="1500" b="1">
          <a:solidFill>
            <a:srgbClr val="114954"/>
          </a:solidFill>
          <a:latin typeface="Eina01-Regular"/>
          <a:ea typeface="+mn-ea"/>
          <a:cs typeface="+mn-cs"/>
        </a:defRPr>
      </a:lvl1pPr>
      <a:lvl2pPr marL="557213" indent="-214313" algn="l" defTabSz="685800">
        <a:lnSpc>
          <a:spcPct val="90000"/>
        </a:lnSpc>
        <a:spcBef>
          <a:spcPts val="375"/>
        </a:spcBef>
        <a:buClr>
          <a:schemeClr val="tx1"/>
        </a:buClr>
        <a:buSzPct val="80000"/>
        <a:buFont typeface="Wingdings 2"/>
        <a:buChar char="£"/>
        <a:defRPr lang="en-US" sz="1350" b="1">
          <a:solidFill>
            <a:srgbClr val="114954"/>
          </a:solidFill>
          <a:latin typeface="Eina01-Regular"/>
          <a:ea typeface="+mn-ea"/>
          <a:cs typeface="+mn-cs"/>
        </a:defRPr>
      </a:lvl2pPr>
      <a:lvl3pPr marL="900113" indent="-214313" algn="l" defTabSz="685800">
        <a:lnSpc>
          <a:spcPct val="90000"/>
        </a:lnSpc>
        <a:spcBef>
          <a:spcPts val="375"/>
        </a:spcBef>
        <a:buClr>
          <a:schemeClr val="tx1"/>
        </a:buClr>
        <a:buSzPct val="80000"/>
        <a:buFont typeface="Wingdings 2"/>
        <a:buChar char="£"/>
        <a:defRPr lang="en-US" sz="1200" b="1">
          <a:solidFill>
            <a:srgbClr val="114954"/>
          </a:solidFill>
          <a:latin typeface="Eina01-Regular"/>
          <a:ea typeface="+mn-ea"/>
          <a:cs typeface="+mn-cs"/>
        </a:defRPr>
      </a:lvl3pPr>
      <a:lvl4pPr marL="1200150" indent="-214313" algn="l" defTabSz="685800">
        <a:lnSpc>
          <a:spcPct val="90000"/>
        </a:lnSpc>
        <a:spcBef>
          <a:spcPts val="375"/>
        </a:spcBef>
        <a:buClr>
          <a:schemeClr val="tx1"/>
        </a:buClr>
        <a:buSzPct val="80000"/>
        <a:buFont typeface="Wingdings 2"/>
        <a:buChar char="£"/>
        <a:defRPr lang="en-US" sz="1050" b="1">
          <a:solidFill>
            <a:srgbClr val="114954"/>
          </a:solidFill>
          <a:latin typeface="Eina01-Regular"/>
          <a:ea typeface="+mn-ea"/>
          <a:cs typeface="+mn-cs"/>
        </a:defRPr>
      </a:lvl4pPr>
      <a:lvl5pPr marL="1543050" indent="-214313" algn="l" defTabSz="685800">
        <a:lnSpc>
          <a:spcPct val="90000"/>
        </a:lnSpc>
        <a:spcBef>
          <a:spcPts val="375"/>
        </a:spcBef>
        <a:buClr>
          <a:schemeClr val="tx1"/>
        </a:buClr>
        <a:buSzPct val="80000"/>
        <a:buFont typeface="Wingdings 2"/>
        <a:buChar char="£"/>
        <a:defRPr lang="lt-LT" sz="900" b="1">
          <a:solidFill>
            <a:srgbClr val="114954"/>
          </a:solidFill>
          <a:latin typeface="Eina01-Regular"/>
          <a:ea typeface="+mn-ea"/>
          <a:cs typeface="+mn-cs"/>
        </a:defRPr>
      </a:lvl5pPr>
      <a:lvl6pPr marL="1885950" indent="-171450" algn="l" defTabSz="685800">
        <a:lnSpc>
          <a:spcPct val="90000"/>
        </a:lnSpc>
        <a:spcBef>
          <a:spcPts val="375"/>
        </a:spcBef>
        <a:buFont typeface="Arial"/>
        <a:buChar char="•"/>
        <a:defRPr sz="135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>
        <a:lnSpc>
          <a:spcPct val="90000"/>
        </a:lnSpc>
        <a:spcBef>
          <a:spcPts val="375"/>
        </a:spcBef>
        <a:buFont typeface="Arial"/>
        <a:buChar char="•"/>
        <a:defRPr sz="135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>
        <a:lnSpc>
          <a:spcPct val="90000"/>
        </a:lnSpc>
        <a:spcBef>
          <a:spcPts val="375"/>
        </a:spcBef>
        <a:buFont typeface="Arial"/>
        <a:buChar char="•"/>
        <a:defRPr sz="135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>
        <a:lnSpc>
          <a:spcPct val="90000"/>
        </a:lnSpc>
        <a:spcBef>
          <a:spcPts val="375"/>
        </a:spcBef>
        <a:buFont typeface="Arial"/>
        <a:buChar char="•"/>
        <a:defRPr sz="135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lt-LT"/>
      </a:defPPr>
      <a:lvl1pPr marL="0" algn="l" defTabSz="685800">
        <a:defRPr sz="135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>
        <a:defRPr sz="135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>
        <a:defRPr sz="135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>
        <a:defRPr sz="135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>
        <a:defRPr sz="135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>
        <a:defRPr sz="135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>
        <a:defRPr sz="135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>
        <a:defRPr sz="135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>
        <a:defRPr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2BD47A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 txBox="1"/>
          <p:nvPr/>
        </p:nvSpPr>
        <p:spPr bwMode="auto">
          <a:xfrm>
            <a:off x="628650" y="2011799"/>
            <a:ext cx="2132645" cy="928032"/>
          </a:xfrm>
          <a:prstGeom prst="rect">
            <a:avLst/>
          </a:prstGeom>
        </p:spPr>
        <p:txBody>
          <a:bodyPr vert="horz" lIns="68580" tIns="34290" rIns="68580" bIns="34290" rtlCol="0" anchor="t" anchorCtr="0">
            <a:noAutofit/>
          </a:bodyPr>
          <a:lstStyle>
            <a:lvl1pPr algn="ctr" defTabSz="914400">
              <a:lnSpc>
                <a:spcPct val="90000"/>
              </a:lnSpc>
              <a:spcBef>
                <a:spcPts val="0"/>
              </a:spcBef>
              <a:buNone/>
              <a:defRPr sz="6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ct val="100000"/>
              </a:lnSpc>
              <a:defRPr/>
            </a:pPr>
            <a:r>
              <a:rPr lang="lt-LT" sz="1500" b="1" i="0">
                <a:solidFill>
                  <a:srgbClr val="114954"/>
                </a:solidFill>
                <a:latin typeface="Eina01-Regular"/>
              </a:rPr>
              <a:t>Vilniaus technologijų ir inžinerijos mokymo centras</a:t>
            </a:r>
            <a:r>
              <a:rPr lang="lt-LT" sz="1500">
                <a:solidFill>
                  <a:srgbClr val="114954"/>
                </a:solidFill>
                <a:latin typeface="Eina01-Regular"/>
              </a:rPr>
              <a:t/>
            </a:r>
            <a:br>
              <a:rPr lang="lt-LT" sz="1500">
                <a:solidFill>
                  <a:srgbClr val="114954"/>
                </a:solidFill>
                <a:latin typeface="Eina01-Regular"/>
              </a:rPr>
            </a:br>
            <a:endParaRPr lang="lt-LT" sz="1500">
              <a:solidFill>
                <a:srgbClr val="114954"/>
              </a:solidFill>
              <a:latin typeface="Eina01-Regular"/>
            </a:endParaRPr>
          </a:p>
        </p:txBody>
      </p:sp>
      <p:sp>
        <p:nvSpPr>
          <p:cNvPr id="9" name="Title 1"/>
          <p:cNvSpPr txBox="1"/>
          <p:nvPr/>
        </p:nvSpPr>
        <p:spPr bwMode="auto">
          <a:xfrm>
            <a:off x="5021496" y="2024612"/>
            <a:ext cx="3641834" cy="928032"/>
          </a:xfrm>
          <a:prstGeom prst="rect">
            <a:avLst/>
          </a:prstGeom>
        </p:spPr>
        <p:txBody>
          <a:bodyPr vert="horz" lIns="68580" tIns="34290" rIns="68580" bIns="34290" rtlCol="0" anchor="t" anchorCtr="0">
            <a:noAutofit/>
          </a:bodyPr>
          <a:lstStyle>
            <a:lvl1pPr algn="ctr" defTabSz="914400">
              <a:lnSpc>
                <a:spcPct val="90000"/>
              </a:lnSpc>
              <a:spcBef>
                <a:spcPts val="0"/>
              </a:spcBef>
              <a:buNone/>
              <a:defRPr sz="6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ct val="100000"/>
              </a:lnSpc>
              <a:defRPr/>
            </a:pPr>
            <a:r>
              <a:rPr lang="es-ES" sz="1350" b="1" i="0">
                <a:solidFill>
                  <a:srgbClr val="114954"/>
                </a:solidFill>
                <a:latin typeface="Eina01-Regular"/>
              </a:rPr>
              <a:t>Trinapolio g. 2, LT-08313, Vilnius</a:t>
            </a:r>
            <a:r>
              <a:rPr lang="es-ES" sz="1350" b="1">
                <a:latin typeface="Eina01-Regular"/>
              </a:rPr>
              <a:t/>
            </a:r>
            <a:br>
              <a:rPr lang="es-ES" sz="1350" b="1">
                <a:latin typeface="Eina01-Regular"/>
              </a:rPr>
            </a:br>
            <a:r>
              <a:rPr lang="es-ES" sz="1350" b="1" i="0">
                <a:solidFill>
                  <a:srgbClr val="114954"/>
                </a:solidFill>
                <a:latin typeface="Eina01-Regular"/>
              </a:rPr>
              <a:t>El. p. info@techin.lt</a:t>
            </a:r>
            <a:r>
              <a:rPr lang="es-ES" sz="1350" b="1">
                <a:latin typeface="Eina01-Regular"/>
              </a:rPr>
              <a:t/>
            </a:r>
            <a:br>
              <a:rPr lang="es-ES" sz="1350" b="1">
                <a:latin typeface="Eina01-Regular"/>
              </a:rPr>
            </a:br>
            <a:r>
              <a:rPr lang="es-ES" sz="1350" b="1" i="0">
                <a:solidFill>
                  <a:srgbClr val="114954"/>
                </a:solidFill>
                <a:latin typeface="Eina01-Regular"/>
              </a:rPr>
              <a:t>Tel. (8 5) 269 7455</a:t>
            </a:r>
            <a:r>
              <a:rPr lang="es-ES" sz="1350" b="1">
                <a:solidFill>
                  <a:srgbClr val="114954"/>
                </a:solidFill>
                <a:latin typeface="Eina01-Regular"/>
              </a:rPr>
              <a:t>, 8 656 68 784</a:t>
            </a:r>
            <a:endParaRPr lang="lt-LT" sz="1350" b="1">
              <a:solidFill>
                <a:srgbClr val="114954"/>
              </a:solidFill>
              <a:latin typeface="Eina01-Regular"/>
            </a:endParaRPr>
          </a:p>
        </p:txBody>
      </p:sp>
      <p:pic>
        <p:nvPicPr>
          <p:cNvPr id="10" name="Graphic 9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:w="http://schemas.openxmlformats.org/wordprocessingml/2006/main" xmlns:m="http://schemas.openxmlformats.org/officeDocument/2006/math" xmlns="" r:embed="rId4"/>
              </a:ext>
            </a:extLst>
          </a:blip>
          <a:stretch/>
        </p:blipFill>
        <p:spPr bwMode="auto">
          <a:xfrm>
            <a:off x="735246" y="4118935"/>
            <a:ext cx="2788033" cy="511319"/>
          </a:xfrm>
          <a:prstGeom prst="rect">
            <a:avLst/>
          </a:prstGeom>
        </p:spPr>
      </p:pic>
      <p:sp>
        <p:nvSpPr>
          <p:cNvPr id="11" name="Title 1"/>
          <p:cNvSpPr txBox="1"/>
          <p:nvPr/>
        </p:nvSpPr>
        <p:spPr bwMode="auto">
          <a:xfrm>
            <a:off x="659047" y="594890"/>
            <a:ext cx="3641834" cy="1239276"/>
          </a:xfrm>
          <a:prstGeom prst="rect">
            <a:avLst/>
          </a:prstGeom>
        </p:spPr>
        <p:txBody>
          <a:bodyPr vert="horz" lIns="68580" tIns="34290" rIns="68580" bIns="34290" rtlCol="0" anchor="t" anchorCtr="0">
            <a:normAutofit fontScale="97500"/>
          </a:bodyPr>
          <a:lstStyle>
            <a:lvl1pPr algn="l" defTabSz="914400">
              <a:lnSpc>
                <a:spcPct val="90000"/>
              </a:lnSpc>
              <a:spcBef>
                <a:spcPts val="0"/>
              </a:spcBef>
              <a:buNone/>
              <a:defRPr sz="44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sz="3300" b="1">
                <a:solidFill>
                  <a:srgbClr val="114954"/>
                </a:solidFill>
                <a:latin typeface="Eina01-Regular"/>
              </a:rPr>
              <a:t>KONTAKTAI</a:t>
            </a:r>
            <a:endParaRPr lang="lt-LT" sz="3300" b="1">
              <a:solidFill>
                <a:srgbClr val="114954"/>
              </a:solidFill>
              <a:latin typeface="Eina01-Regular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</p:sldLayoutIdLst>
  <p:txStyles>
    <p:titleStyle>
      <a:lvl1pPr algn="l" defTabSz="685800">
        <a:lnSpc>
          <a:spcPct val="90000"/>
        </a:lnSpc>
        <a:spcBef>
          <a:spcPts val="0"/>
        </a:spcBef>
        <a:buNone/>
        <a:defRPr sz="3250" b="1">
          <a:solidFill>
            <a:srgbClr val="114954"/>
          </a:solidFill>
          <a:latin typeface="Eina01-Regular"/>
          <a:ea typeface="+mj-ea"/>
          <a:cs typeface="+mj-cs"/>
        </a:defRPr>
      </a:lvl1pPr>
    </p:titleStyle>
    <p:bodyStyle>
      <a:lvl1pPr marL="171450" indent="-171450" algn="l" defTabSz="685800">
        <a:lnSpc>
          <a:spcPct val="90000"/>
        </a:lnSpc>
        <a:spcBef>
          <a:spcPts val="750"/>
        </a:spcBef>
        <a:buFont typeface="Arial"/>
        <a:buChar char="•"/>
        <a:defRPr sz="21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>
        <a:lnSpc>
          <a:spcPct val="90000"/>
        </a:lnSpc>
        <a:spcBef>
          <a:spcPts val="375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>
        <a:lnSpc>
          <a:spcPct val="90000"/>
        </a:lnSpc>
        <a:spcBef>
          <a:spcPts val="375"/>
        </a:spcBef>
        <a:buFont typeface="Arial"/>
        <a:buChar char="•"/>
        <a:defRPr sz="15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>
        <a:lnSpc>
          <a:spcPct val="90000"/>
        </a:lnSpc>
        <a:spcBef>
          <a:spcPts val="375"/>
        </a:spcBef>
        <a:buFont typeface="Arial"/>
        <a:buChar char="•"/>
        <a:defRPr sz="135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>
        <a:lnSpc>
          <a:spcPct val="90000"/>
        </a:lnSpc>
        <a:spcBef>
          <a:spcPts val="375"/>
        </a:spcBef>
        <a:buFont typeface="Arial"/>
        <a:buChar char="•"/>
        <a:defRPr sz="135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>
        <a:lnSpc>
          <a:spcPct val="90000"/>
        </a:lnSpc>
        <a:spcBef>
          <a:spcPts val="375"/>
        </a:spcBef>
        <a:buFont typeface="Arial"/>
        <a:buChar char="•"/>
        <a:defRPr sz="135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>
        <a:lnSpc>
          <a:spcPct val="90000"/>
        </a:lnSpc>
        <a:spcBef>
          <a:spcPts val="375"/>
        </a:spcBef>
        <a:buFont typeface="Arial"/>
        <a:buChar char="•"/>
        <a:defRPr sz="135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>
        <a:lnSpc>
          <a:spcPct val="90000"/>
        </a:lnSpc>
        <a:spcBef>
          <a:spcPts val="375"/>
        </a:spcBef>
        <a:buFont typeface="Arial"/>
        <a:buChar char="•"/>
        <a:defRPr sz="135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>
        <a:lnSpc>
          <a:spcPct val="90000"/>
        </a:lnSpc>
        <a:spcBef>
          <a:spcPts val="375"/>
        </a:spcBef>
        <a:buFont typeface="Arial"/>
        <a:buChar char="•"/>
        <a:defRPr sz="135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lt-LT"/>
      </a:defPPr>
      <a:lvl1pPr marL="0" algn="l" defTabSz="685800">
        <a:defRPr sz="135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>
        <a:defRPr sz="135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>
        <a:defRPr sz="135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>
        <a:defRPr sz="135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>
        <a:defRPr sz="135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>
        <a:defRPr sz="135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>
        <a:defRPr sz="135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>
        <a:defRPr sz="135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>
        <a:defRPr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s://themewagon.com/theme-price/free/" TargetMode="External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hyperlink" Target="https://excalidraw.com/" TargetMode="External"/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9" name="CustomShape 1"/>
          <p:cNvSpPr/>
          <p:nvPr/>
        </p:nvSpPr>
        <p:spPr bwMode="auto">
          <a:xfrm>
            <a:off x="1215291" y="2076082"/>
            <a:ext cx="6713416" cy="1765616"/>
          </a:xfrm>
          <a:prstGeom prst="rect">
            <a:avLst/>
          </a:prstGeom>
          <a:noFill/>
          <a:ln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lIns="90000" tIns="45000" rIns="90000" bIns="45000" anchor="ctr"/>
          <a:lstStyle/>
          <a:p>
            <a:pPr algn="ctr">
              <a:lnSpc>
                <a:spcPct val="90000"/>
              </a:lnSpc>
              <a:defRPr/>
            </a:pPr>
            <a:endParaRPr lang="lt-LT" sz="2600" b="0" strike="noStrike" spc="-1" dirty="0">
              <a:solidFill>
                <a:schemeClr val="bg1"/>
              </a:solidFill>
              <a:latin typeface="Eina01-Regular"/>
              <a:cs typeface="Arial"/>
            </a:endParaRPr>
          </a:p>
        </p:txBody>
      </p:sp>
      <p:sp>
        <p:nvSpPr>
          <p:cNvPr id="130" name="CustomShape 2"/>
          <p:cNvSpPr/>
          <p:nvPr/>
        </p:nvSpPr>
        <p:spPr bwMode="auto">
          <a:xfrm>
            <a:off x="2186223" y="3618008"/>
            <a:ext cx="4990320" cy="816120"/>
          </a:xfrm>
          <a:prstGeom prst="rect">
            <a:avLst/>
          </a:prstGeom>
          <a:noFill/>
          <a:ln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lIns="90000" tIns="45000" rIns="90000" bIns="45000" anchor="t"/>
          <a:lstStyle/>
          <a:p>
            <a:pPr algn="ctr">
              <a:lnSpc>
                <a:spcPct val="100000"/>
              </a:lnSpc>
              <a:spcBef>
                <a:spcPts val="641"/>
              </a:spcBef>
              <a:defRPr/>
            </a:pPr>
            <a:endParaRPr lang="lt-LT" sz="2400" b="0" strike="noStrike" spc="-1">
              <a:solidFill>
                <a:schemeClr val="bg2"/>
              </a:solidFill>
              <a:latin typeface="Arial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155405" y="2272038"/>
            <a:ext cx="614872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Asmeninis</a:t>
            </a:r>
            <a:r>
              <a:rPr lang="en-US" sz="48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800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projektas</a:t>
            </a:r>
            <a:r>
              <a:rPr lang="en-US" sz="48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48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Mano </a:t>
            </a:r>
            <a:r>
              <a:rPr lang="en-US" sz="4800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pirmasis</a:t>
            </a:r>
            <a:r>
              <a:rPr lang="en-US" sz="48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800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tinklapis</a:t>
            </a:r>
            <a:endParaRPr lang="lt-LT" sz="4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xmlns:p159="http://schemas.microsoft.com/office/powerpoint/2015/09/main" xmlns:w="http://schemas.openxmlformats.org/wordprocessingml/2006/main" xmlns:m="http://schemas.openxmlformats.org/officeDocument/2006/math" xmlns="" Requires="p159">
      <p:transition p14:dur="2000" advClick="1"/>
    </mc:Choice>
    <mc:Fallback>
      <p:transition/>
    </mc:Fallback>
  </mc:AlternateContent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as 1"/>
          <p:cNvSpPr>
            <a:spLocks noGrp="1"/>
          </p:cNvSpPr>
          <p:nvPr>
            <p:ph type="title"/>
          </p:nvPr>
        </p:nvSpPr>
        <p:spPr>
          <a:xfrm>
            <a:off x="628650" y="207263"/>
            <a:ext cx="7886700" cy="994172"/>
          </a:xfrm>
        </p:spPr>
        <p:txBody>
          <a:bodyPr/>
          <a:lstStyle/>
          <a:p>
            <a:pPr algn="ctr"/>
            <a:r>
              <a:rPr lang="lt-LT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Reikalavimai</a:t>
            </a:r>
            <a:endParaRPr lang="lt-LT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urinio vietos rezervavimo ženklas 2"/>
          <p:cNvSpPr>
            <a:spLocks noGrp="1"/>
          </p:cNvSpPr>
          <p:nvPr>
            <p:ph idx="1"/>
          </p:nvPr>
        </p:nvSpPr>
        <p:spPr>
          <a:xfrm>
            <a:off x="268224" y="1225819"/>
            <a:ext cx="8247126" cy="3661911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lt-LT" sz="280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Tai sąrašas, ką sistema arba puslapis turi turėti.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lt-LT" sz="280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Pagal juos yra planuojamas ir kuriamas projektas.</a:t>
            </a:r>
            <a:endParaRPr lang="lt-LT" sz="2800" dirty="0">
              <a:latin typeface="Times New Roman" panose="02020603050405020304" pitchFamily="18" charset="0"/>
              <a:cs typeface="Times New Roman" panose="02020603050405020304" pitchFamily="18" charset="0"/>
              <a:sym typeface="Wingdings" panose="05000000000000000000" pitchFamily="2" charset="2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lt-LT" sz="280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Reikalavimai padeda žinoti, kada darbas baigtas.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lt-LT" sz="280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Jie padeda visiems dirbti ta pačia kryptimi.</a:t>
            </a:r>
          </a:p>
          <a:p>
            <a:pPr marL="85725" indent="0">
              <a:buNone/>
            </a:pPr>
            <a:endParaRPr lang="lt-LT" sz="2400" dirty="0" smtClean="0">
              <a:latin typeface="Times New Roman" panose="02020603050405020304" pitchFamily="18" charset="0"/>
              <a:cs typeface="Times New Roman" panose="02020603050405020304" pitchFamily="18" charset="0"/>
              <a:sym typeface="Wingdings" panose="05000000000000000000" pitchFamily="2" charset="2"/>
            </a:endParaRPr>
          </a:p>
          <a:p>
            <a:pPr marL="85725" indent="0">
              <a:buNone/>
            </a:pPr>
            <a:endParaRPr lang="lt-LT" sz="2400" dirty="0" smtClean="0">
              <a:latin typeface="Times New Roman" panose="02020603050405020304" pitchFamily="18" charset="0"/>
              <a:cs typeface="Times New Roman" panose="02020603050405020304" pitchFamily="18" charset="0"/>
              <a:sym typeface="Wingdings" panose="05000000000000000000" pitchFamily="2" charset="2"/>
            </a:endParaRPr>
          </a:p>
          <a:p>
            <a:pPr marL="85725" indent="0" algn="ctr">
              <a:buNone/>
            </a:pPr>
            <a:r>
              <a:rPr lang="lt-LT" sz="2400" i="1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Be reikalavimų projektai dažnai būna chaotiški.</a:t>
            </a:r>
          </a:p>
        </p:txBody>
      </p:sp>
    </p:spTree>
    <p:extLst>
      <p:ext uri="{BB962C8B-B14F-4D97-AF65-F5344CB8AC3E}">
        <p14:creationId xmlns:p14="http://schemas.microsoft.com/office/powerpoint/2010/main" val="3917724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as 1"/>
          <p:cNvSpPr>
            <a:spLocks noGrp="1"/>
          </p:cNvSpPr>
          <p:nvPr>
            <p:ph type="title"/>
          </p:nvPr>
        </p:nvSpPr>
        <p:spPr>
          <a:xfrm>
            <a:off x="628650" y="0"/>
            <a:ext cx="7886700" cy="994172"/>
          </a:xfrm>
        </p:spPr>
        <p:txBody>
          <a:bodyPr/>
          <a:lstStyle/>
          <a:p>
            <a:pPr algn="ctr"/>
            <a:r>
              <a:rPr lang="en-US" b="0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Projekto</a:t>
            </a:r>
            <a:r>
              <a:rPr lang="en-US" b="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reikalavimai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Tema</a:t>
            </a:r>
            <a:endParaRPr lang="lt-LT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urinio vietos rezervavimo ženklas 2"/>
          <p:cNvSpPr>
            <a:spLocks noGrp="1"/>
          </p:cNvSpPr>
          <p:nvPr>
            <p:ph idx="1"/>
          </p:nvPr>
        </p:nvSpPr>
        <p:spPr>
          <a:xfrm>
            <a:off x="628650" y="1213627"/>
            <a:ext cx="7886700" cy="3661911"/>
          </a:xfrm>
        </p:spPr>
        <p:txBody>
          <a:bodyPr>
            <a:normAutofit lnSpcReduction="10000"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300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sz="3000" dirty="0" err="1" smtClean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Pasirinkite</a:t>
            </a:r>
            <a:r>
              <a:rPr lang="en-US" sz="300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lt-LT" sz="300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jums įdomią temą.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lt-LT" sz="30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lt-LT" sz="300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Tai gali būti internetinis puslapis apie:</a:t>
            </a:r>
          </a:p>
          <a:p>
            <a:pPr lvl="2">
              <a:buFont typeface="Wingdings" panose="05000000000000000000" pitchFamily="2" charset="2"/>
              <a:buChar char="ü"/>
            </a:pPr>
            <a:r>
              <a:rPr lang="lt-LT" sz="21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lt-LT" sz="210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Jūsų hobį</a:t>
            </a:r>
          </a:p>
          <a:p>
            <a:pPr lvl="2">
              <a:buFont typeface="Wingdings" panose="05000000000000000000" pitchFamily="2" charset="2"/>
              <a:buChar char="ü"/>
            </a:pPr>
            <a:r>
              <a:rPr lang="lt-LT" sz="21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lt-LT" sz="210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Patinkantį žaidimą</a:t>
            </a:r>
          </a:p>
          <a:p>
            <a:pPr lvl="2">
              <a:buFont typeface="Wingdings" panose="05000000000000000000" pitchFamily="2" charset="2"/>
              <a:buChar char="ü"/>
            </a:pPr>
            <a:r>
              <a:rPr lang="lt-LT" sz="21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lt-LT" sz="210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Gyvūnus</a:t>
            </a:r>
          </a:p>
          <a:p>
            <a:pPr lvl="2">
              <a:buFont typeface="Wingdings" panose="05000000000000000000" pitchFamily="2" charset="2"/>
              <a:buChar char="ü"/>
            </a:pPr>
            <a:r>
              <a:rPr lang="lt-LT" sz="21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lt-LT" sz="210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Sportą</a:t>
            </a:r>
          </a:p>
          <a:p>
            <a:pPr lvl="2">
              <a:buFont typeface="Wingdings" panose="05000000000000000000" pitchFamily="2" charset="2"/>
              <a:buChar char="ü"/>
            </a:pPr>
            <a:r>
              <a:rPr lang="lt-LT" sz="21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lt-LT" sz="210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Mėgstamus filmus</a:t>
            </a:r>
          </a:p>
          <a:p>
            <a:pPr lvl="2">
              <a:buFont typeface="Wingdings" panose="05000000000000000000" pitchFamily="2" charset="2"/>
              <a:buChar char="ü"/>
            </a:pPr>
            <a:r>
              <a:rPr lang="lt-LT" sz="21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lt-LT" sz="210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Keliones</a:t>
            </a:r>
          </a:p>
          <a:p>
            <a:pPr lvl="2">
              <a:buFont typeface="Wingdings" panose="05000000000000000000" pitchFamily="2" charset="2"/>
              <a:buChar char="ü"/>
            </a:pPr>
            <a:r>
              <a:rPr lang="lt-LT" sz="21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lt-LT" sz="210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Apie tave patį</a:t>
            </a:r>
          </a:p>
          <a:p>
            <a:pPr lvl="2">
              <a:buFont typeface="Wingdings" panose="05000000000000000000" pitchFamily="2" charset="2"/>
              <a:buChar char="ü"/>
            </a:pPr>
            <a:r>
              <a:rPr lang="lt-LT" sz="21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lt-LT" sz="210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... arba bet ką kitą, kas jums įdomu ir patinka</a:t>
            </a:r>
          </a:p>
        </p:txBody>
      </p:sp>
    </p:spTree>
    <p:extLst>
      <p:ext uri="{BB962C8B-B14F-4D97-AF65-F5344CB8AC3E}">
        <p14:creationId xmlns:p14="http://schemas.microsoft.com/office/powerpoint/2010/main" val="1476691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as 1"/>
          <p:cNvSpPr>
            <a:spLocks noGrp="1"/>
          </p:cNvSpPr>
          <p:nvPr>
            <p:ph type="title"/>
          </p:nvPr>
        </p:nvSpPr>
        <p:spPr>
          <a:xfrm>
            <a:off x="628650" y="109728"/>
            <a:ext cx="7886700" cy="994172"/>
          </a:xfrm>
        </p:spPr>
        <p:txBody>
          <a:bodyPr/>
          <a:lstStyle/>
          <a:p>
            <a:pPr algn="ctr"/>
            <a:r>
              <a:rPr lang="en-US" b="0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Projekto</a:t>
            </a:r>
            <a:r>
              <a:rPr lang="en-US" b="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reikalavimai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lt-LT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Struktūra</a:t>
            </a:r>
            <a:endParaRPr lang="lt-LT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urinio vietos rezervavimo ženklas 2"/>
          <p:cNvSpPr>
            <a:spLocks noGrp="1"/>
          </p:cNvSpPr>
          <p:nvPr>
            <p:ph idx="1"/>
          </p:nvPr>
        </p:nvSpPr>
        <p:spPr>
          <a:xfrm>
            <a:off x="628650" y="1213627"/>
            <a:ext cx="7886700" cy="3661911"/>
          </a:xfrm>
        </p:spPr>
        <p:txBody>
          <a:bodyPr>
            <a:normAutofit fontScale="92500" lnSpcReduction="10000"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300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lt-LT" sz="300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Jūsų kuriamas internetinis puslapis turi turėti mažiausiai 4-5 puslapius. </a:t>
            </a:r>
            <a:endParaRPr lang="lt-LT" sz="3000" dirty="0">
              <a:latin typeface="Times New Roman" panose="02020603050405020304" pitchFamily="18" charset="0"/>
              <a:cs typeface="Times New Roman" panose="02020603050405020304" pitchFamily="18" charset="0"/>
              <a:sym typeface="Wingdings" panose="05000000000000000000" pitchFamily="2" charset="2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lt-LT" sz="300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Tai galėtų būti:</a:t>
            </a:r>
          </a:p>
          <a:p>
            <a:pPr lvl="2">
              <a:buFont typeface="Wingdings" panose="05000000000000000000" pitchFamily="2" charset="2"/>
              <a:buChar char="ü"/>
            </a:pPr>
            <a:r>
              <a:rPr lang="lt-LT" sz="24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lt-LT" sz="240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Pagrindinis puslapis (</a:t>
            </a:r>
            <a:r>
              <a:rPr lang="lt-LT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Home</a:t>
            </a:r>
            <a:r>
              <a:rPr lang="lt-LT" sz="240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lt-LT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page</a:t>
            </a:r>
            <a:r>
              <a:rPr lang="lt-LT" sz="240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)</a:t>
            </a:r>
          </a:p>
          <a:p>
            <a:pPr lvl="2">
              <a:buFont typeface="Wingdings" panose="05000000000000000000" pitchFamily="2" charset="2"/>
              <a:buChar char="ü"/>
            </a:pPr>
            <a:r>
              <a:rPr lang="lt-LT" sz="24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lt-LT" sz="240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Kažkas apie tave (</a:t>
            </a:r>
            <a:r>
              <a:rPr lang="lt-LT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About</a:t>
            </a:r>
            <a:r>
              <a:rPr lang="lt-LT" sz="240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me)</a:t>
            </a:r>
          </a:p>
          <a:p>
            <a:pPr lvl="2">
              <a:buFont typeface="Wingdings" panose="05000000000000000000" pitchFamily="2" charset="2"/>
              <a:buChar char="ü"/>
            </a:pPr>
            <a:r>
              <a:rPr lang="lt-LT" sz="24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lt-LT" sz="240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Galerija – nuotraukos, paveikslėliai, iliustracijos</a:t>
            </a:r>
          </a:p>
          <a:p>
            <a:pPr lvl="2">
              <a:buFont typeface="Wingdings" panose="05000000000000000000" pitchFamily="2" charset="2"/>
              <a:buChar char="ü"/>
            </a:pPr>
            <a:r>
              <a:rPr lang="lt-LT" sz="24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lt-LT" sz="240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Sugalvokite ir kitokių puslapių, kurie tinka jūsų temai</a:t>
            </a:r>
          </a:p>
          <a:p>
            <a:pPr marL="685800" lvl="2" indent="0">
              <a:buNone/>
            </a:pPr>
            <a:endParaRPr lang="lt-LT" sz="2400" dirty="0" smtClean="0">
              <a:latin typeface="Times New Roman" panose="02020603050405020304" pitchFamily="18" charset="0"/>
              <a:cs typeface="Times New Roman" panose="02020603050405020304" pitchFamily="18" charset="0"/>
              <a:sym typeface="Wingdings" panose="05000000000000000000" pitchFamily="2" charset="2"/>
            </a:endParaRPr>
          </a:p>
          <a:p>
            <a:pPr marL="85725" indent="0" algn="ctr">
              <a:buNone/>
            </a:pPr>
            <a:r>
              <a:rPr lang="lt-LT" sz="2700" b="0" i="1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Visi puslapiai turi būti sujungti nuorodomis, kad būtų galima pereiti iš vieno puslapio į kitą</a:t>
            </a:r>
          </a:p>
        </p:txBody>
      </p:sp>
    </p:spTree>
    <p:extLst>
      <p:ext uri="{BB962C8B-B14F-4D97-AF65-F5344CB8AC3E}">
        <p14:creationId xmlns:p14="http://schemas.microsoft.com/office/powerpoint/2010/main" val="14599000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as 1"/>
          <p:cNvSpPr>
            <a:spLocks noGrp="1"/>
          </p:cNvSpPr>
          <p:nvPr>
            <p:ph type="title"/>
          </p:nvPr>
        </p:nvSpPr>
        <p:spPr>
          <a:xfrm>
            <a:off x="628650" y="109728"/>
            <a:ext cx="7886700" cy="994172"/>
          </a:xfrm>
        </p:spPr>
        <p:txBody>
          <a:bodyPr/>
          <a:lstStyle/>
          <a:p>
            <a:pPr algn="ctr"/>
            <a:r>
              <a:rPr lang="en-US" b="0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Projekto</a:t>
            </a:r>
            <a:r>
              <a:rPr lang="en-US" b="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reikalavimai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HTML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elementai</a:t>
            </a:r>
            <a:endParaRPr lang="lt-LT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urinio vietos rezervavimo ženklas 2"/>
          <p:cNvSpPr>
            <a:spLocks noGrp="1"/>
          </p:cNvSpPr>
          <p:nvPr>
            <p:ph idx="1"/>
          </p:nvPr>
        </p:nvSpPr>
        <p:spPr>
          <a:xfrm>
            <a:off x="628650" y="1213627"/>
            <a:ext cx="7886700" cy="3661911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2700" dirty="0" err="1" smtClean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Turi</a:t>
            </a:r>
            <a:r>
              <a:rPr lang="en-US" sz="270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b</a:t>
            </a:r>
            <a:r>
              <a:rPr lang="lt-LT" sz="2700" dirty="0" err="1" smtClean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ūti</a:t>
            </a:r>
            <a:r>
              <a:rPr lang="lt-LT" sz="270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panaudoti šie HTML elementai: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lt-LT" sz="255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lt-LT" sz="2550" b="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antraštės (</a:t>
            </a:r>
            <a:r>
              <a:rPr lang="lt-LT" sz="2550" i="1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h1</a:t>
            </a:r>
            <a:r>
              <a:rPr lang="lt-LT" sz="2550" b="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-</a:t>
            </a:r>
            <a:r>
              <a:rPr lang="lt-LT" sz="2550" i="1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h3</a:t>
            </a:r>
            <a:r>
              <a:rPr lang="lt-LT" sz="2550" b="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)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lt-LT" sz="2550" b="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lt-LT" sz="2550" b="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sąrašai (</a:t>
            </a:r>
            <a:r>
              <a:rPr lang="lt-LT" sz="2550" i="1" dirty="0" err="1" smtClean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ul</a:t>
            </a:r>
            <a:r>
              <a:rPr lang="lt-LT" sz="2550" b="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ir/arba </a:t>
            </a:r>
            <a:r>
              <a:rPr lang="lt-LT" sz="2550" i="1" dirty="0" err="1" smtClean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ol</a:t>
            </a:r>
            <a:r>
              <a:rPr lang="lt-LT" sz="2550" b="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)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lt-LT" sz="2550" b="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lt-LT" sz="2550" b="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paveikslėliai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lt-LT" sz="2550" b="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lt-LT" sz="2550" b="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ikonos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lt-LT" sz="2550" b="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lt-LT" sz="2550" b="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nuorodos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lt-LT" sz="2550" b="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lt-LT" sz="2550" b="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lentelė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lt-LT" sz="2550" b="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lt-LT" sz="2550" b="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forma</a:t>
            </a:r>
            <a:endParaRPr lang="lt-LT" sz="2550" dirty="0" smtClean="0">
              <a:latin typeface="Times New Roman" panose="02020603050405020304" pitchFamily="18" charset="0"/>
              <a:cs typeface="Times New Roman" panose="02020603050405020304" pitchFamily="18" charset="0"/>
              <a:sym typeface="Wingdings" panose="05000000000000000000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10880499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as 1"/>
          <p:cNvSpPr>
            <a:spLocks noGrp="1"/>
          </p:cNvSpPr>
          <p:nvPr>
            <p:ph type="title"/>
          </p:nvPr>
        </p:nvSpPr>
        <p:spPr>
          <a:xfrm>
            <a:off x="628650" y="109728"/>
            <a:ext cx="7886700" cy="994172"/>
          </a:xfrm>
        </p:spPr>
        <p:txBody>
          <a:bodyPr/>
          <a:lstStyle/>
          <a:p>
            <a:pPr algn="ctr"/>
            <a:r>
              <a:rPr lang="en-US" b="0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Projekto</a:t>
            </a:r>
            <a:r>
              <a:rPr lang="en-US" b="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reikalavimai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lt-LT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CSS</a:t>
            </a:r>
            <a:endParaRPr lang="lt-LT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urinio vietos rezervavimo ženklas 2"/>
          <p:cNvSpPr>
            <a:spLocks noGrp="1"/>
          </p:cNvSpPr>
          <p:nvPr>
            <p:ph idx="1"/>
          </p:nvPr>
        </p:nvSpPr>
        <p:spPr>
          <a:xfrm>
            <a:off x="628650" y="1213627"/>
            <a:ext cx="7886700" cy="3661911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2700" dirty="0" err="1" smtClean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Turi</a:t>
            </a:r>
            <a:r>
              <a:rPr lang="en-US" sz="270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b</a:t>
            </a:r>
            <a:r>
              <a:rPr lang="lt-LT" sz="2700" dirty="0" err="1" smtClean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ūti</a:t>
            </a:r>
            <a:r>
              <a:rPr lang="lt-LT" sz="270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panaudota: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lt-LT" sz="255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lt-LT" sz="2550" b="0" dirty="0" err="1" smtClean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Flexbox</a:t>
            </a:r>
            <a:r>
              <a:rPr lang="lt-LT" sz="2550" b="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arba </a:t>
            </a:r>
            <a:r>
              <a:rPr lang="lt-LT" sz="2550" b="0" dirty="0" err="1" smtClean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Grid</a:t>
            </a:r>
            <a:endParaRPr lang="lt-LT" sz="2550" b="0" dirty="0" smtClean="0">
              <a:latin typeface="Times New Roman" panose="02020603050405020304" pitchFamily="18" charset="0"/>
              <a:cs typeface="Times New Roman" panose="02020603050405020304" pitchFamily="18" charset="0"/>
              <a:sym typeface="Wingdings" panose="05000000000000000000" pitchFamily="2" charset="2"/>
            </a:endParaRPr>
          </a:p>
          <a:p>
            <a:pPr lvl="1">
              <a:buFont typeface="Wingdings" panose="05000000000000000000" pitchFamily="2" charset="2"/>
              <a:buChar char="ü"/>
            </a:pPr>
            <a:r>
              <a:rPr lang="lt-LT" sz="2550" b="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lt-LT" sz="2550" b="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spalvos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lt-LT" sz="2550" b="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lt-LT" sz="2550" b="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skirtingi šriftai (bent du)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lt-LT" sz="2550" b="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lt-LT" sz="2550" b="0" dirty="0" err="1" smtClean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hover</a:t>
            </a:r>
            <a:r>
              <a:rPr lang="lt-LT" sz="2550" b="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efektas</a:t>
            </a:r>
            <a:endParaRPr lang="lt-LT" sz="2550" dirty="0">
              <a:latin typeface="Times New Roman" panose="02020603050405020304" pitchFamily="18" charset="0"/>
              <a:cs typeface="Times New Roman" panose="02020603050405020304" pitchFamily="18" charset="0"/>
              <a:sym typeface="Wingdings" panose="05000000000000000000" pitchFamily="2" charset="2"/>
            </a:endParaRPr>
          </a:p>
          <a:p>
            <a:pPr marL="342900" lvl="1" indent="0">
              <a:buNone/>
            </a:pPr>
            <a:endParaRPr lang="lt-LT" sz="2550" b="0" dirty="0" smtClean="0">
              <a:latin typeface="Times New Roman" panose="02020603050405020304" pitchFamily="18" charset="0"/>
              <a:cs typeface="Times New Roman" panose="02020603050405020304" pitchFamily="18" charset="0"/>
              <a:sym typeface="Wingdings" panose="05000000000000000000" pitchFamily="2" charset="2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lt-LT" sz="2700" b="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Atskiras/išorinis CSS failas (pvz., style.css)</a:t>
            </a:r>
          </a:p>
        </p:txBody>
      </p:sp>
    </p:spTree>
    <p:extLst>
      <p:ext uri="{BB962C8B-B14F-4D97-AF65-F5344CB8AC3E}">
        <p14:creationId xmlns:p14="http://schemas.microsoft.com/office/powerpoint/2010/main" val="36619361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as 1"/>
          <p:cNvSpPr>
            <a:spLocks noGrp="1"/>
          </p:cNvSpPr>
          <p:nvPr>
            <p:ph type="title"/>
          </p:nvPr>
        </p:nvSpPr>
        <p:spPr>
          <a:xfrm>
            <a:off x="628650" y="109728"/>
            <a:ext cx="7886700" cy="994172"/>
          </a:xfrm>
        </p:spPr>
        <p:txBody>
          <a:bodyPr/>
          <a:lstStyle/>
          <a:p>
            <a:pPr algn="ctr"/>
            <a:r>
              <a:rPr lang="en-US" b="0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Projekto</a:t>
            </a:r>
            <a:r>
              <a:rPr lang="en-US" b="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reikalavimai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lt-LT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Dizainas</a:t>
            </a:r>
            <a:endParaRPr lang="lt-LT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urinio vietos rezervavimo ženklas 2"/>
          <p:cNvSpPr>
            <a:spLocks noGrp="1"/>
          </p:cNvSpPr>
          <p:nvPr>
            <p:ph idx="1"/>
          </p:nvPr>
        </p:nvSpPr>
        <p:spPr>
          <a:xfrm>
            <a:off x="628650" y="1213627"/>
            <a:ext cx="7886700" cy="3661911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endParaRPr lang="lt-LT" sz="2700" dirty="0" smtClean="0">
              <a:latin typeface="Times New Roman" panose="02020603050405020304" pitchFamily="18" charset="0"/>
              <a:cs typeface="Times New Roman" panose="02020603050405020304" pitchFamily="18" charset="0"/>
              <a:sym typeface="Wingdings" panose="05000000000000000000" pitchFamily="2" charset="2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lt-LT" sz="270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Dizaino reikalavimai: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lt-LT" sz="2550" b="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lt-LT" sz="2550" b="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Puslapis </a:t>
            </a:r>
            <a:r>
              <a:rPr lang="lt-LT" sz="2550" b="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turi būti tvarkingas ir lengvai </a:t>
            </a:r>
            <a:r>
              <a:rPr lang="lt-LT" sz="2550" b="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skaitomas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lt-LT" sz="2550" b="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lt-LT" sz="2550" b="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Turi </a:t>
            </a:r>
            <a:r>
              <a:rPr lang="lt-LT" sz="2550" b="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būti navigacija tarp </a:t>
            </a:r>
            <a:r>
              <a:rPr lang="lt-LT" sz="2550" b="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puslapių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lt-LT" sz="2550" b="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lt-LT" sz="2550" b="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Turi </a:t>
            </a:r>
            <a:r>
              <a:rPr lang="lt-LT" sz="2550" b="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būti vienodas stilius visuose puslapiuose</a:t>
            </a:r>
            <a:endParaRPr lang="lt-LT" sz="2550" b="0" dirty="0" smtClean="0">
              <a:latin typeface="Times New Roman" panose="02020603050405020304" pitchFamily="18" charset="0"/>
              <a:cs typeface="Times New Roman" panose="02020603050405020304" pitchFamily="18" charset="0"/>
              <a:sym typeface="Wingdings" panose="05000000000000000000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27290036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as 1"/>
          <p:cNvSpPr>
            <a:spLocks noGrp="1"/>
          </p:cNvSpPr>
          <p:nvPr>
            <p:ph type="title"/>
          </p:nvPr>
        </p:nvSpPr>
        <p:spPr>
          <a:xfrm>
            <a:off x="604266" y="207263"/>
            <a:ext cx="7886700" cy="994172"/>
          </a:xfrm>
        </p:spPr>
        <p:txBody>
          <a:bodyPr/>
          <a:lstStyle/>
          <a:p>
            <a:pPr algn="ctr"/>
            <a:r>
              <a:rPr lang="en-US" b="0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Projekto</a:t>
            </a:r>
            <a:r>
              <a:rPr lang="en-US" b="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reikalavimai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lt-LT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JavaScript</a:t>
            </a:r>
            <a:r>
              <a:rPr lang="lt-LT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dalis</a:t>
            </a:r>
            <a:endParaRPr lang="lt-LT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urinio vietos rezervavimo ženklas 2"/>
          <p:cNvSpPr>
            <a:spLocks noGrp="1"/>
          </p:cNvSpPr>
          <p:nvPr>
            <p:ph idx="1"/>
          </p:nvPr>
        </p:nvSpPr>
        <p:spPr>
          <a:xfrm>
            <a:off x="336042" y="1201435"/>
            <a:ext cx="7886700" cy="3661911"/>
          </a:xfrm>
        </p:spPr>
        <p:txBody>
          <a:bodyPr>
            <a:normAutofit/>
          </a:bodyPr>
          <a:lstStyle/>
          <a:p>
            <a:pPr marL="85725" indent="0">
              <a:buNone/>
            </a:pPr>
            <a:endParaRPr lang="lt-LT" sz="2700" dirty="0" smtClean="0">
              <a:latin typeface="Times New Roman" panose="02020603050405020304" pitchFamily="18" charset="0"/>
              <a:cs typeface="Times New Roman" panose="02020603050405020304" pitchFamily="18" charset="0"/>
              <a:sym typeface="Wingdings" panose="05000000000000000000" pitchFamily="2" charset="2"/>
            </a:endParaRPr>
          </a:p>
          <a:p>
            <a:pPr marL="85725" indent="0">
              <a:buNone/>
            </a:pPr>
            <a:endParaRPr lang="lt-LT" sz="2700" dirty="0">
              <a:latin typeface="Times New Roman" panose="02020603050405020304" pitchFamily="18" charset="0"/>
              <a:cs typeface="Times New Roman" panose="02020603050405020304" pitchFamily="18" charset="0"/>
              <a:sym typeface="Wingdings" panose="05000000000000000000" pitchFamily="2" charset="2"/>
            </a:endParaRPr>
          </a:p>
          <a:p>
            <a:pPr marL="85725" indent="0" algn="ctr">
              <a:buNone/>
            </a:pPr>
            <a:r>
              <a:rPr lang="lt-LT" sz="360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Jeigu viskas vyks sklandžiai ir suspėsime, pridėsime kelias </a:t>
            </a:r>
            <a:r>
              <a:rPr lang="lt-LT" sz="3600" dirty="0" err="1" smtClean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JavaScript</a:t>
            </a:r>
            <a:r>
              <a:rPr lang="lt-LT" sz="360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funkcijas</a:t>
            </a:r>
          </a:p>
        </p:txBody>
      </p:sp>
    </p:spTree>
    <p:extLst>
      <p:ext uri="{BB962C8B-B14F-4D97-AF65-F5344CB8AC3E}">
        <p14:creationId xmlns:p14="http://schemas.microsoft.com/office/powerpoint/2010/main" val="24348234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as 1"/>
          <p:cNvSpPr>
            <a:spLocks noGrp="1"/>
          </p:cNvSpPr>
          <p:nvPr>
            <p:ph type="title"/>
          </p:nvPr>
        </p:nvSpPr>
        <p:spPr>
          <a:xfrm>
            <a:off x="628650" y="0"/>
            <a:ext cx="7886700" cy="994172"/>
          </a:xfrm>
        </p:spPr>
        <p:txBody>
          <a:bodyPr/>
          <a:lstStyle/>
          <a:p>
            <a:pPr algn="ctr"/>
            <a:r>
              <a:rPr lang="lt-LT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Pavyzdžiai</a:t>
            </a:r>
            <a:endParaRPr lang="lt-LT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urinio vietos rezervavimo ženklas 2"/>
          <p:cNvSpPr>
            <a:spLocks noGrp="1"/>
          </p:cNvSpPr>
          <p:nvPr>
            <p:ph idx="1"/>
          </p:nvPr>
        </p:nvSpPr>
        <p:spPr>
          <a:xfrm>
            <a:off x="628650" y="994171"/>
            <a:ext cx="7886700" cy="3661911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lt-LT" sz="240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Šiame puslapyje galima rasti įvairių pavyzdžių:</a:t>
            </a:r>
          </a:p>
          <a:p>
            <a:pPr marL="85725" indent="0">
              <a:buNone/>
            </a:pPr>
            <a:endParaRPr lang="lt-LT" sz="1000" dirty="0">
              <a:latin typeface="Times New Roman" panose="02020603050405020304" pitchFamily="18" charset="0"/>
              <a:cs typeface="Times New Roman" panose="02020603050405020304" pitchFamily="18" charset="0"/>
              <a:sym typeface="Wingdings" panose="05000000000000000000" pitchFamily="2" charset="2"/>
            </a:endParaRPr>
          </a:p>
          <a:p>
            <a:pPr marL="85725" indent="0" algn="ctr">
              <a:buNone/>
            </a:pPr>
            <a:r>
              <a:rPr lang="lt-LT" sz="2400" b="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  <a:hlinkClick r:id="rId2"/>
              </a:rPr>
              <a:t>https</a:t>
            </a:r>
            <a:r>
              <a:rPr lang="lt-LT" sz="2400" b="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  <a:hlinkClick r:id="rId2"/>
              </a:rPr>
              <a:t>://themewagon.com/theme-price/free</a:t>
            </a:r>
            <a:r>
              <a:rPr lang="lt-LT" sz="2400" b="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  <a:hlinkClick r:id="rId2"/>
              </a:rPr>
              <a:t>/</a:t>
            </a:r>
            <a:endParaRPr lang="lt-LT" sz="2400" b="0" dirty="0" smtClean="0">
              <a:latin typeface="Times New Roman" panose="02020603050405020304" pitchFamily="18" charset="0"/>
              <a:cs typeface="Times New Roman" panose="02020603050405020304" pitchFamily="18" charset="0"/>
              <a:sym typeface="Wingdings" panose="05000000000000000000" pitchFamily="2" charset="2"/>
            </a:endParaRPr>
          </a:p>
          <a:p>
            <a:pPr marL="85725" indent="0" algn="ctr">
              <a:buNone/>
            </a:pPr>
            <a:endParaRPr lang="lt-LT" sz="2400" b="0" dirty="0">
              <a:latin typeface="Times New Roman" panose="02020603050405020304" pitchFamily="18" charset="0"/>
              <a:cs typeface="Times New Roman" panose="02020603050405020304" pitchFamily="18" charset="0"/>
              <a:sym typeface="Wingdings" panose="05000000000000000000" pitchFamily="2" charset="2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lt-LT" sz="240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Galite pasirinkti patinkantį dizainą ir pamėginti savo puslapį padaryti panašiai arba sugalvoti savo dizainą. </a:t>
            </a:r>
            <a:endParaRPr lang="lt-LT" sz="2400" dirty="0" smtClean="0">
              <a:latin typeface="Times New Roman" panose="02020603050405020304" pitchFamily="18" charset="0"/>
              <a:cs typeface="Times New Roman" panose="02020603050405020304" pitchFamily="18" charset="0"/>
              <a:sym typeface="Wingdings" panose="05000000000000000000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42526942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as 1"/>
          <p:cNvSpPr>
            <a:spLocks noGrp="1"/>
          </p:cNvSpPr>
          <p:nvPr>
            <p:ph type="title"/>
          </p:nvPr>
        </p:nvSpPr>
        <p:spPr>
          <a:xfrm>
            <a:off x="531114" y="109728"/>
            <a:ext cx="7886700" cy="994172"/>
          </a:xfrm>
        </p:spPr>
        <p:txBody>
          <a:bodyPr/>
          <a:lstStyle/>
          <a:p>
            <a:pPr algn="ctr"/>
            <a:r>
              <a:rPr lang="lt-LT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Planavimas</a:t>
            </a:r>
            <a:endParaRPr lang="lt-LT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urinio vietos rezervavimo ženklas 2"/>
          <p:cNvSpPr>
            <a:spLocks noGrp="1"/>
          </p:cNvSpPr>
          <p:nvPr>
            <p:ph idx="1"/>
          </p:nvPr>
        </p:nvSpPr>
        <p:spPr>
          <a:xfrm>
            <a:off x="299466" y="1225820"/>
            <a:ext cx="7886700" cy="3661911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lt-LT" sz="24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Profesionalūs programuotojai beveik niekada nepradeda programuoti iš karto</a:t>
            </a:r>
            <a:r>
              <a:rPr lang="lt-LT" sz="240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. Pirmiausia </a:t>
            </a:r>
            <a:r>
              <a:rPr lang="lt-LT" sz="24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jie suplanuoja puslapį – kaip jis atrodys ir ką turės</a:t>
            </a:r>
            <a:r>
              <a:rPr lang="lt-LT" sz="240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lt-LT" sz="240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Tai vadinama WIREFRAME - puslapio struktūros planas.</a:t>
            </a:r>
          </a:p>
          <a:p>
            <a:pPr marL="85725" indent="0">
              <a:buNone/>
            </a:pPr>
            <a:endParaRPr lang="lt-LT" sz="2400" dirty="0">
              <a:latin typeface="Times New Roman" panose="02020603050405020304" pitchFamily="18" charset="0"/>
              <a:cs typeface="Times New Roman" panose="02020603050405020304" pitchFamily="18" charset="0"/>
              <a:sym typeface="Wingdings" panose="05000000000000000000" pitchFamily="2" charset="2"/>
            </a:endParaRPr>
          </a:p>
          <a:p>
            <a:pPr marL="85725" indent="0" algn="ctr">
              <a:buNone/>
            </a:pPr>
            <a:r>
              <a:rPr lang="lt-LT" sz="3200" i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Wireframe</a:t>
            </a:r>
            <a:r>
              <a:rPr lang="lt-LT" sz="3200" i="1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= paprastas puslapio </a:t>
            </a:r>
            <a:r>
              <a:rPr lang="lt-LT" sz="3200" i="1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brėžinys</a:t>
            </a:r>
            <a:endParaRPr lang="lt-LT" sz="3200" i="1" dirty="0" smtClean="0">
              <a:latin typeface="Times New Roman" panose="02020603050405020304" pitchFamily="18" charset="0"/>
              <a:cs typeface="Times New Roman" panose="02020603050405020304" pitchFamily="18" charset="0"/>
              <a:sym typeface="Wingdings" panose="05000000000000000000" pitchFamily="2" charset="2"/>
            </a:endParaRPr>
          </a:p>
          <a:p>
            <a:pPr>
              <a:buFont typeface="Wingdings" panose="05000000000000000000" pitchFamily="2" charset="2"/>
              <a:buChar char="§"/>
            </a:pPr>
            <a:endParaRPr lang="lt-LT" sz="2400" dirty="0">
              <a:latin typeface="Times New Roman" panose="02020603050405020304" pitchFamily="18" charset="0"/>
              <a:cs typeface="Times New Roman" panose="02020603050405020304" pitchFamily="18" charset="0"/>
              <a:sym typeface="Wingdings" panose="05000000000000000000" pitchFamily="2" charset="2"/>
            </a:endParaRPr>
          </a:p>
          <a:p>
            <a:pPr>
              <a:buFont typeface="Wingdings" panose="05000000000000000000" pitchFamily="2" charset="2"/>
              <a:buChar char="§"/>
            </a:pPr>
            <a:endParaRPr lang="lt-LT" sz="2400" dirty="0" smtClean="0">
              <a:latin typeface="Times New Roman" panose="02020603050405020304" pitchFamily="18" charset="0"/>
              <a:cs typeface="Times New Roman" panose="02020603050405020304" pitchFamily="18" charset="0"/>
              <a:sym typeface="Wingdings" panose="05000000000000000000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15767669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ksto vietos rezervavimo ženklas 7"/>
          <p:cNvSpPr>
            <a:spLocks noGrp="1"/>
          </p:cNvSpPr>
          <p:nvPr>
            <p:ph type="body" sz="half" idx="2"/>
          </p:nvPr>
        </p:nvSpPr>
        <p:spPr>
          <a:xfrm>
            <a:off x="739569" y="1762506"/>
            <a:ext cx="2949178" cy="2858691"/>
          </a:xfrm>
        </p:spPr>
        <p:txBody>
          <a:bodyPr>
            <a:normAutofit/>
          </a:bodyPr>
          <a:lstStyle/>
          <a:p>
            <a:pPr algn="ctr"/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Wireframe </a:t>
            </a:r>
            <a:r>
              <a:rPr lang="en-US" sz="4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pavyzdys</a:t>
            </a:r>
            <a:endParaRPr lang="lt-LT" sz="4400" dirty="0"/>
          </a:p>
        </p:txBody>
      </p:sp>
      <p:pic>
        <p:nvPicPr>
          <p:cNvPr id="6" name="Paveikslėlis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9130" y="220980"/>
            <a:ext cx="3138678" cy="47237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44065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aveikslėlis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2526" y="230381"/>
            <a:ext cx="6789666" cy="47308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35005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as 1"/>
          <p:cNvSpPr>
            <a:spLocks noGrp="1"/>
          </p:cNvSpPr>
          <p:nvPr>
            <p:ph type="title"/>
          </p:nvPr>
        </p:nvSpPr>
        <p:spPr>
          <a:xfrm>
            <a:off x="628650" y="0"/>
            <a:ext cx="7886700" cy="994172"/>
          </a:xfrm>
        </p:spPr>
        <p:txBody>
          <a:bodyPr/>
          <a:lstStyle/>
          <a:p>
            <a:pPr algn="ctr"/>
            <a:endParaRPr lang="lt-LT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urinio vietos rezervavimo ženklas 2"/>
          <p:cNvSpPr>
            <a:spLocks noGrp="1"/>
          </p:cNvSpPr>
          <p:nvPr>
            <p:ph idx="1"/>
          </p:nvPr>
        </p:nvSpPr>
        <p:spPr>
          <a:xfrm>
            <a:off x="628650" y="994171"/>
            <a:ext cx="7886700" cy="3661911"/>
          </a:xfrm>
        </p:spPr>
        <p:txBody>
          <a:bodyPr>
            <a:normAutofit/>
          </a:bodyPr>
          <a:lstStyle/>
          <a:p>
            <a:pPr marL="85725" indent="0">
              <a:buNone/>
            </a:pP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  <a:sym typeface="Wingdings" panose="05000000000000000000" pitchFamily="2" charset="2"/>
            </a:endParaRPr>
          </a:p>
          <a:p>
            <a:pPr marL="85725" indent="0">
              <a:buNone/>
            </a:pP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  <a:sym typeface="Wingdings" panose="05000000000000000000" pitchFamily="2" charset="2"/>
            </a:endParaRPr>
          </a:p>
          <a:p>
            <a:pPr marL="85725" indent="0" algn="ctr">
              <a:buNone/>
            </a:pP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Wireframe </a:t>
            </a:r>
            <a:r>
              <a:rPr lang="en-US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galite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nubrai</a:t>
            </a:r>
            <a:r>
              <a:rPr lang="lt-LT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žyti</a:t>
            </a:r>
            <a:r>
              <a:rPr lang="lt-LT" sz="320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su: 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  <a:sym typeface="Wingdings" panose="05000000000000000000" pitchFamily="2" charset="2"/>
            </a:endParaRPr>
          </a:p>
          <a:p>
            <a:pPr marL="85725" indent="0" algn="ctr">
              <a:buNone/>
            </a:pPr>
            <a:r>
              <a:rPr lang="lt-LT" sz="32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  <a:hlinkClick r:id="rId2"/>
              </a:rPr>
              <a:t>https://excalidraw.com</a:t>
            </a:r>
            <a:r>
              <a:rPr lang="lt-LT" sz="320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  <a:hlinkClick r:id="rId2"/>
              </a:rPr>
              <a:t>/</a:t>
            </a:r>
            <a:endParaRPr lang="en-US" sz="3200" dirty="0" smtClean="0">
              <a:latin typeface="Times New Roman" panose="02020603050405020304" pitchFamily="18" charset="0"/>
              <a:cs typeface="Times New Roman" panose="02020603050405020304" pitchFamily="18" charset="0"/>
              <a:sym typeface="Wingdings" panose="05000000000000000000" pitchFamily="2" charset="2"/>
            </a:endParaRPr>
          </a:p>
          <a:p>
            <a:pPr marL="85725" indent="0">
              <a:buNone/>
            </a:pPr>
            <a:endParaRPr lang="lt-LT" sz="2400" dirty="0" smtClean="0">
              <a:latin typeface="Times New Roman" panose="02020603050405020304" pitchFamily="18" charset="0"/>
              <a:cs typeface="Times New Roman" panose="02020603050405020304" pitchFamily="18" charset="0"/>
              <a:sym typeface="Wingdings" panose="05000000000000000000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8421356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as 1"/>
          <p:cNvSpPr>
            <a:spLocks noGrp="1"/>
          </p:cNvSpPr>
          <p:nvPr>
            <p:ph type="title"/>
          </p:nvPr>
        </p:nvSpPr>
        <p:spPr>
          <a:xfrm>
            <a:off x="628650" y="0"/>
            <a:ext cx="7886700" cy="994172"/>
          </a:xfrm>
        </p:spPr>
        <p:txBody>
          <a:bodyPr/>
          <a:lstStyle/>
          <a:p>
            <a:pPr algn="ctr"/>
            <a:endParaRPr lang="lt-LT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urinio vietos rezervavimo ženklas 2"/>
          <p:cNvSpPr>
            <a:spLocks noGrp="1"/>
          </p:cNvSpPr>
          <p:nvPr>
            <p:ph idx="1"/>
          </p:nvPr>
        </p:nvSpPr>
        <p:spPr>
          <a:xfrm>
            <a:off x="628650" y="994171"/>
            <a:ext cx="7886700" cy="3661911"/>
          </a:xfrm>
        </p:spPr>
        <p:txBody>
          <a:bodyPr>
            <a:normAutofit/>
          </a:bodyPr>
          <a:lstStyle/>
          <a:p>
            <a:pPr marL="85725" indent="0">
              <a:buNone/>
            </a:pPr>
            <a:r>
              <a:rPr lang="lt-LT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Šiandienos </a:t>
            </a:r>
            <a:r>
              <a:rPr lang="lt-LT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planas: </a:t>
            </a:r>
          </a:p>
          <a:p>
            <a:pPr marL="600075" indent="-514350">
              <a:buFont typeface="+mj-lt"/>
              <a:buAutoNum type="arabicPeriod"/>
            </a:pPr>
            <a:r>
              <a:rPr lang="lt-LT" sz="320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Nuspręsti dėl temos</a:t>
            </a:r>
            <a:endParaRPr lang="lt-LT" sz="3200" dirty="0" smtClean="0">
              <a:latin typeface="Times New Roman" panose="02020603050405020304" pitchFamily="18" charset="0"/>
              <a:cs typeface="Times New Roman" panose="02020603050405020304" pitchFamily="18" charset="0"/>
              <a:sym typeface="Wingdings" panose="05000000000000000000" pitchFamily="2" charset="2"/>
            </a:endParaRPr>
          </a:p>
          <a:p>
            <a:pPr marL="600075" indent="-514350">
              <a:buFont typeface="+mj-lt"/>
              <a:buAutoNum type="arabicPeriod"/>
            </a:pPr>
            <a:r>
              <a:rPr lang="lt-LT" sz="320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Išsirinkti patinkantį dizainą arba sugalvoti savo</a:t>
            </a:r>
          </a:p>
          <a:p>
            <a:pPr marL="600075" indent="-514350">
              <a:buFont typeface="+mj-lt"/>
              <a:buAutoNum type="arabicPeriod"/>
            </a:pPr>
            <a:r>
              <a:rPr lang="lt-LT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Wireframe</a:t>
            </a:r>
            <a:endParaRPr lang="lt-LT" sz="3200" dirty="0" smtClean="0">
              <a:latin typeface="Times New Roman" panose="02020603050405020304" pitchFamily="18" charset="0"/>
              <a:cs typeface="Times New Roman" panose="02020603050405020304" pitchFamily="18" charset="0"/>
              <a:sym typeface="Wingdings" panose="05000000000000000000" pitchFamily="2" charset="2"/>
            </a:endParaRPr>
          </a:p>
          <a:p>
            <a:pPr marL="600075" indent="-514350">
              <a:buFont typeface="+mj-lt"/>
              <a:buAutoNum type="arabicPeriod"/>
            </a:pPr>
            <a:r>
              <a:rPr lang="lt-LT" sz="320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Pradėti rašyti kodą</a:t>
            </a:r>
            <a:endParaRPr lang="lt-LT" sz="3200" dirty="0" smtClean="0">
              <a:latin typeface="Times New Roman" panose="02020603050405020304" pitchFamily="18" charset="0"/>
              <a:cs typeface="Times New Roman" panose="02020603050405020304" pitchFamily="18" charset="0"/>
              <a:sym typeface="Wingdings" panose="05000000000000000000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6637448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urinio vietos rezervavimo ženklas 2"/>
          <p:cNvSpPr>
            <a:spLocks noGrp="1"/>
          </p:cNvSpPr>
          <p:nvPr>
            <p:ph idx="1"/>
          </p:nvPr>
        </p:nvSpPr>
        <p:spPr>
          <a:xfrm>
            <a:off x="397002" y="707137"/>
            <a:ext cx="7886700" cy="3973330"/>
          </a:xfrm>
        </p:spPr>
        <p:txBody>
          <a:bodyPr>
            <a:normAutofit/>
          </a:bodyPr>
          <a:lstStyle/>
          <a:p>
            <a:pPr marL="85725" indent="0">
              <a:buNone/>
            </a:pPr>
            <a:endParaRPr lang="lt-LT" sz="2400" dirty="0" smtClean="0">
              <a:latin typeface="Times New Roman" panose="02020603050405020304" pitchFamily="18" charset="0"/>
              <a:cs typeface="Times New Roman" panose="02020603050405020304" pitchFamily="18" charset="0"/>
              <a:sym typeface="Wingdings" panose="05000000000000000000" pitchFamily="2" charset="2"/>
            </a:endParaRPr>
          </a:p>
          <a:p>
            <a:pPr marL="85725" indent="0">
              <a:buNone/>
            </a:pPr>
            <a:endParaRPr lang="lt-LT" sz="2400" dirty="0" smtClean="0">
              <a:latin typeface="Times New Roman" panose="02020603050405020304" pitchFamily="18" charset="0"/>
              <a:cs typeface="Times New Roman" panose="02020603050405020304" pitchFamily="18" charset="0"/>
              <a:sym typeface="Wingdings" panose="05000000000000000000" pitchFamily="2" charset="2"/>
            </a:endParaRPr>
          </a:p>
          <a:p>
            <a:pPr marL="85725" indent="0">
              <a:buNone/>
            </a:pPr>
            <a:endParaRPr lang="lt-LT" sz="2400" dirty="0">
              <a:latin typeface="Times New Roman" panose="02020603050405020304" pitchFamily="18" charset="0"/>
              <a:cs typeface="Times New Roman" panose="02020603050405020304" pitchFamily="18" charset="0"/>
              <a:sym typeface="Wingdings" panose="05000000000000000000" pitchFamily="2" charset="2"/>
            </a:endParaRPr>
          </a:p>
          <a:p>
            <a:pPr marL="85725" indent="0" algn="ctr">
              <a:buNone/>
            </a:pPr>
            <a:r>
              <a:rPr lang="lt-LT" sz="600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Sėkmės!!!</a:t>
            </a:r>
            <a:endParaRPr lang="lt-LT" sz="6000" dirty="0" smtClean="0">
              <a:latin typeface="Times New Roman" panose="02020603050405020304" pitchFamily="18" charset="0"/>
              <a:cs typeface="Times New Roman" panose="02020603050405020304" pitchFamily="18" charset="0"/>
              <a:sym typeface="Wingdings" panose="05000000000000000000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33292068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TECHIN">
      <a:dk1>
        <a:srgbClr val="114954"/>
      </a:dk1>
      <a:lt1>
        <a:srgbClr val="E9F4E9"/>
      </a:lt1>
      <a:dk2>
        <a:srgbClr val="2BD47A"/>
      </a:dk2>
      <a:lt2>
        <a:srgbClr val="FFFFFF"/>
      </a:lt2>
      <a:accent1>
        <a:srgbClr val="1191AB"/>
      </a:accent1>
      <a:accent2>
        <a:srgbClr val="992E5B"/>
      </a:accent2>
      <a:accent3>
        <a:srgbClr val="114954"/>
      </a:accent3>
      <a:accent4>
        <a:srgbClr val="544D08"/>
      </a:accent4>
      <a:accent5>
        <a:srgbClr val="A19318"/>
      </a:accent5>
      <a:accent6>
        <a:srgbClr val="70AD47"/>
      </a:accent6>
      <a:hlink>
        <a:srgbClr val="0563C1"/>
      </a:hlink>
      <a:folHlink>
        <a:srgbClr val="954F72"/>
      </a:folHlink>
    </a:clrScheme>
    <a:fontScheme name="Techin">
      <a:majorFont>
        <a:latin typeface="Eina01-Bold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ustom Design">
  <a:themeElements>
    <a:clrScheme name="TECHIN">
      <a:dk1>
        <a:srgbClr val="114954"/>
      </a:dk1>
      <a:lt1>
        <a:srgbClr val="E9F4E9"/>
      </a:lt1>
      <a:dk2>
        <a:srgbClr val="2BD47A"/>
      </a:dk2>
      <a:lt2>
        <a:srgbClr val="FFFFFF"/>
      </a:lt2>
      <a:accent1>
        <a:srgbClr val="1191AB"/>
      </a:accent1>
      <a:accent2>
        <a:srgbClr val="992E5B"/>
      </a:accent2>
      <a:accent3>
        <a:srgbClr val="114954"/>
      </a:accent3>
      <a:accent4>
        <a:srgbClr val="544D08"/>
      </a:accent4>
      <a:accent5>
        <a:srgbClr val="A19318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1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2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217880075FA824CA2DDC48AD23B9CE8" ma:contentTypeVersion="7" ma:contentTypeDescription="Create a new document." ma:contentTypeScope="" ma:versionID="697bfe082c207f1e913fce5b2db2b5db">
  <xsd:schema xmlns:xsd="http://www.w3.org/2001/XMLSchema" xmlns:xs="http://www.w3.org/2001/XMLSchema" xmlns:p="http://schemas.microsoft.com/office/2006/metadata/properties" xmlns:ns2="1c2c56a0-1643-4fca-8a9d-7195d52b42a8" targetNamespace="http://schemas.microsoft.com/office/2006/metadata/properties" ma:root="true" ma:fieldsID="bdaa915d8f13331d4f7a98eb8081b458" ns2:_="">
    <xsd:import namespace="1c2c56a0-1643-4fca-8a9d-7195d52b42a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c2c56a0-1643-4fca-8a9d-7195d52b42a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F7D17D7D-EF63-4F4F-A2DF-D88CF4F91352}"/>
</file>

<file path=customXml/itemProps2.xml><?xml version="1.0" encoding="utf-8"?>
<ds:datastoreItem xmlns:ds="http://schemas.openxmlformats.org/officeDocument/2006/customXml" ds:itemID="{D760DF0B-714A-4E59-ACCE-08A3C0152608}"/>
</file>

<file path=customXml/itemProps3.xml><?xml version="1.0" encoding="utf-8"?>
<ds:datastoreItem xmlns:ds="http://schemas.openxmlformats.org/officeDocument/2006/customXml" ds:itemID="{76EDBAEE-3565-4850-A5B8-249919B68067}"/>
</file>

<file path=docProps/app.xml><?xml version="1.0" encoding="utf-8"?>
<Properties xmlns="http://schemas.openxmlformats.org/officeDocument/2006/extended-properties" xmlns:vt="http://schemas.openxmlformats.org/officeDocument/2006/docPropsVTypes">
  <Template>Techin2</Template>
  <TotalTime>6405</TotalTime>
  <Words>357</Words>
  <Application>Microsoft Office PowerPoint</Application>
  <PresentationFormat>Demonstracija ekrane (16:9)</PresentationFormat>
  <Paragraphs>82</Paragraphs>
  <Slides>15</Slides>
  <Notes>1</Notes>
  <HiddenSlides>0</HiddenSlides>
  <MMClips>0</MMClips>
  <ScaleCrop>false</ScaleCrop>
  <HeadingPairs>
    <vt:vector size="6" baseType="variant">
      <vt:variant>
        <vt:lpstr>Naudojami šriftai</vt:lpstr>
      </vt:variant>
      <vt:variant>
        <vt:i4>7</vt:i4>
      </vt:variant>
      <vt:variant>
        <vt:lpstr>Tema</vt:lpstr>
      </vt:variant>
      <vt:variant>
        <vt:i4>4</vt:i4>
      </vt:variant>
      <vt:variant>
        <vt:lpstr>Skaidrių pavadinimai</vt:lpstr>
      </vt:variant>
      <vt:variant>
        <vt:i4>15</vt:i4>
      </vt:variant>
    </vt:vector>
  </HeadingPairs>
  <TitlesOfParts>
    <vt:vector size="26" baseType="lpstr">
      <vt:lpstr>Arial</vt:lpstr>
      <vt:lpstr>DejaVu Sans</vt:lpstr>
      <vt:lpstr>Eina01-Bold</vt:lpstr>
      <vt:lpstr>Eina01-Regular</vt:lpstr>
      <vt:lpstr>Times New Roman</vt:lpstr>
      <vt:lpstr>Wingdings</vt:lpstr>
      <vt:lpstr>Wingdings 2</vt:lpstr>
      <vt:lpstr>Office Theme</vt:lpstr>
      <vt:lpstr>Custom Design</vt:lpstr>
      <vt:lpstr>1_Custom Design</vt:lpstr>
      <vt:lpstr>2_Custom Design</vt:lpstr>
      <vt:lpstr>„PowerPoint“ pateiktis</vt:lpstr>
      <vt:lpstr>Reikalavimai</vt:lpstr>
      <vt:lpstr>Projekto reikalavimai Tema</vt:lpstr>
      <vt:lpstr>Projekto reikalavimai Struktūra</vt:lpstr>
      <vt:lpstr>Projekto reikalavimai HTML elementai</vt:lpstr>
      <vt:lpstr>Projekto reikalavimai CSS</vt:lpstr>
      <vt:lpstr>Projekto reikalavimai Dizainas</vt:lpstr>
      <vt:lpstr>Projekto reikalavimai JavaScript dalis</vt:lpstr>
      <vt:lpstr>Pavyzdžiai</vt:lpstr>
      <vt:lpstr>Planavimas</vt:lpstr>
      <vt:lpstr>„PowerPoint“ pateiktis</vt:lpstr>
      <vt:lpstr>„PowerPoint“ pateiktis</vt:lpstr>
      <vt:lpstr>„PowerPoint“ pateiktis</vt:lpstr>
      <vt:lpstr>„PowerPoint“ pateiktis</vt:lpstr>
      <vt:lpstr>„PowerPoint“ pateiktis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pc</dc:creator>
  <dc:description/>
  <cp:lastModifiedBy>Vartotojas</cp:lastModifiedBy>
  <cp:revision>1126</cp:revision>
  <dcterms:modified xsi:type="dcterms:W3CDTF">2026-03-18T15:03:17Z</dcterms:modified>
  <dc:language>en-US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14.0000</vt:lpwstr>
  </property>
  <property fmtid="{D5CDD505-2E9C-101B-9397-08002B2CF9AE}" pid="3" name="HiddenSlides">
    <vt:i4>0</vt:i4>
  </property>
  <property fmtid="{D5CDD505-2E9C-101B-9397-08002B2CF9AE}" pid="4" name="HyperlinksChanged">
    <vt:bool>false</vt:bool>
  </property>
  <property fmtid="{D5CDD505-2E9C-101B-9397-08002B2CF9AE}" pid="5" name="LinksUpToDate">
    <vt:bool>false</vt:bool>
  </property>
  <property fmtid="{D5CDD505-2E9C-101B-9397-08002B2CF9AE}" pid="6" name="MMClips">
    <vt:i4>0</vt:i4>
  </property>
  <property fmtid="{D5CDD505-2E9C-101B-9397-08002B2CF9AE}" pid="7" name="Notes">
    <vt:i4>31</vt:i4>
  </property>
  <property fmtid="{D5CDD505-2E9C-101B-9397-08002B2CF9AE}" pid="8" name="PresentationFormat">
    <vt:lpwstr>On-screen Show (16:9)</vt:lpwstr>
  </property>
  <property fmtid="{D5CDD505-2E9C-101B-9397-08002B2CF9AE}" pid="9" name="ScaleCrop">
    <vt:bool>false</vt:bool>
  </property>
  <property fmtid="{D5CDD505-2E9C-101B-9397-08002B2CF9AE}" pid="10" name="ShareDoc">
    <vt:bool>false</vt:bool>
  </property>
  <property fmtid="{D5CDD505-2E9C-101B-9397-08002B2CF9AE}" pid="11" name="Slides">
    <vt:i4>37</vt:i4>
  </property>
  <property fmtid="{D5CDD505-2E9C-101B-9397-08002B2CF9AE}" pid="12" name="ContentTypeId">
    <vt:lpwstr>0x010100E217880075FA824CA2DDC48AD23B9CE8</vt:lpwstr>
  </property>
</Properties>
</file>